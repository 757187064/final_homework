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331" r:id="rId6"/>
    <p:sldId id="329" r:id="rId7"/>
    <p:sldId id="305" r:id="rId8"/>
    <p:sldId id="332" r:id="rId9"/>
    <p:sldId id="265" r:id="rId10"/>
    <p:sldId id="304" r:id="rId11"/>
    <p:sldId id="314" r:id="rId12"/>
    <p:sldId id="312" r:id="rId13"/>
    <p:sldId id="306" r:id="rId14"/>
    <p:sldId id="319" r:id="rId15"/>
    <p:sldId id="307" r:id="rId16"/>
    <p:sldId id="268" r:id="rId17"/>
    <p:sldId id="308" r:id="rId18"/>
    <p:sldId id="321" r:id="rId19"/>
    <p:sldId id="322" r:id="rId20"/>
    <p:sldId id="323" r:id="rId21"/>
    <p:sldId id="324" r:id="rId22"/>
    <p:sldId id="275" r:id="rId23"/>
    <p:sldId id="326" r:id="rId24"/>
    <p:sldId id="336" r:id="rId25"/>
    <p:sldId id="325" r:id="rId26"/>
    <p:sldId id="330" r:id="rId27"/>
    <p:sldId id="281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97FB9"/>
    <a:srgbClr val="90AFD5"/>
    <a:srgbClr val="17375E"/>
    <a:srgbClr val="024282"/>
    <a:srgbClr val="F7931E"/>
    <a:srgbClr val="E8EDF2"/>
    <a:srgbClr val="005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4" Type="http://schemas.openxmlformats.org/officeDocument/2006/relationships/tags" Target="../tags/tag241.xml"/><Relationship Id="rId13" Type="http://schemas.openxmlformats.org/officeDocument/2006/relationships/tags" Target="../tags/tag240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1"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4267200" y="0"/>
            <a:ext cx="79248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52578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52578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2514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37846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3434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8153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654800" y="37846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654800" y="43434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1"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4267200" y="0"/>
            <a:ext cx="79248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52578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52578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609600" y="15240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5994400" y="1524000"/>
            <a:ext cx="5588000" cy="2209800"/>
          </a:xfrm>
          <a:custGeom>
            <a:avLst/>
            <a:gdLst>
              <a:gd name="connisteX0" fmla="*/ 0 w 5588000"/>
              <a:gd name="connsiteY0" fmla="*/ 0 h 2209800"/>
              <a:gd name="connisteX1" fmla="*/ 5384800 w 5588000"/>
              <a:gd name="connsiteY1" fmla="*/ 0 h 2209800"/>
              <a:gd name="connisteX2" fmla="*/ 5588000 w 5588000"/>
              <a:gd name="connsiteY2" fmla="*/ 203200 h 2209800"/>
              <a:gd name="connisteX3" fmla="*/ 5588000 w 5588000"/>
              <a:gd name="connsiteY3" fmla="*/ 2006600 h 2209800"/>
              <a:gd name="connisteX4" fmla="*/ 5384800 w 5588000"/>
              <a:gd name="connsiteY4" fmla="*/ 2209800 h 2209800"/>
              <a:gd name="connisteX5" fmla="*/ 0 w 5588000"/>
              <a:gd name="connsiteY5" fmla="*/ 2209800 h 2209800"/>
              <a:gd name="connisteX6" fmla="*/ 0 w 5588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0"/>
                </a:move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1892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24511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02400" y="44069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02400" y="49657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5130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5130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3454400" y="2044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3454400" y="26035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54400" y="4559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454400" y="51181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2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10160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5"/>
            </p:custDataLst>
          </p:nvPr>
        </p:nvSpPr>
        <p:spPr>
          <a:xfrm>
            <a:off x="1371600" y="22225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895600" y="21971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895600" y="2755900"/>
            <a:ext cx="8280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10160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1371600" y="47371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2895600" y="47117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2895600" y="5270500"/>
            <a:ext cx="8280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20320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6197600" y="15240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502400" y="20447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502400" y="26035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02400" y="4559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02400" y="51181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10795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66800" y="40894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66800" y="4597400"/>
            <a:ext cx="198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36703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57600" y="40894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657600" y="4597400"/>
            <a:ext cx="198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92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2512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3505200" y="2692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3505200" y="32512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400800" y="2692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00800" y="32512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9296400" y="2692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9296400" y="32512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4"/>
            </p:custDataLst>
          </p:nvPr>
        </p:nvSpPr>
        <p:spPr>
          <a:xfrm>
            <a:off x="1879600" y="21082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3276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38354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5638800" y="21082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775200" y="3276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775200" y="38354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9398000" y="21082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534400" y="3276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534400" y="38354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7" Type="http://schemas.openxmlformats.org/officeDocument/2006/relationships/theme" Target="../theme/theme2.xml"/><Relationship Id="rId36" Type="http://schemas.openxmlformats.org/officeDocument/2006/relationships/tags" Target="../tags/tag249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  <p:custDataLst>
      <p:tags r:id="rId3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image" Target="../media/image2.png"/><Relationship Id="rId2" Type="http://schemas.openxmlformats.org/officeDocument/2006/relationships/tags" Target="../tags/tag250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261.xml"/><Relationship Id="rId15" Type="http://schemas.openxmlformats.org/officeDocument/2006/relationships/tags" Target="../tags/tag260.xml"/><Relationship Id="rId14" Type="http://schemas.openxmlformats.org/officeDocument/2006/relationships/image" Target="../media/image4.png"/><Relationship Id="rId13" Type="http://schemas.openxmlformats.org/officeDocument/2006/relationships/tags" Target="../tags/tag259.xml"/><Relationship Id="rId12" Type="http://schemas.openxmlformats.org/officeDocument/2006/relationships/image" Target="../media/image3.png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2" Type="http://schemas.openxmlformats.org/officeDocument/2006/relationships/slideLayout" Target="../slideLayouts/slideLayout11.xml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image" Target="../media/image5.jpeg"/><Relationship Id="rId19" Type="http://schemas.openxmlformats.org/officeDocument/2006/relationships/image" Target="../media/image6.png"/><Relationship Id="rId18" Type="http://schemas.openxmlformats.org/officeDocument/2006/relationships/tags" Target="../tags/tag277.xml"/><Relationship Id="rId17" Type="http://schemas.openxmlformats.org/officeDocument/2006/relationships/tags" Target="../tags/tag276.xml"/><Relationship Id="rId16" Type="http://schemas.openxmlformats.org/officeDocument/2006/relationships/tags" Target="../tags/tag275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289.xml"/><Relationship Id="rId15" Type="http://schemas.openxmlformats.org/officeDocument/2006/relationships/image" Target="../media/image8.png"/><Relationship Id="rId14" Type="http://schemas.openxmlformats.org/officeDocument/2006/relationships/tags" Target="../tags/tag288.xml"/><Relationship Id="rId13" Type="http://schemas.openxmlformats.org/officeDocument/2006/relationships/image" Target="../media/image7.png"/><Relationship Id="rId12" Type="http://schemas.openxmlformats.org/officeDocument/2006/relationships/tags" Target="../tags/tag287.xml"/><Relationship Id="rId11" Type="http://schemas.openxmlformats.org/officeDocument/2006/relationships/image" Target="../media/image6.png"/><Relationship Id="rId10" Type="http://schemas.openxmlformats.org/officeDocument/2006/relationships/tags" Target="../tags/tag286.xml"/><Relationship Id="rId1" Type="http://schemas.openxmlformats.org/officeDocument/2006/relationships/tags" Target="../tags/tag27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image" Target="../media/image8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302.xml"/><Relationship Id="rId16" Type="http://schemas.openxmlformats.org/officeDocument/2006/relationships/tags" Target="../tags/tag301.xml"/><Relationship Id="rId15" Type="http://schemas.openxmlformats.org/officeDocument/2006/relationships/image" Target="../media/image10.jpeg"/><Relationship Id="rId14" Type="http://schemas.openxmlformats.org/officeDocument/2006/relationships/image" Target="../media/image9.png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4" Type="http://schemas.openxmlformats.org/officeDocument/2006/relationships/notesSlide" Target="../notesSlides/notesSlide3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332.xml"/><Relationship Id="rId31" Type="http://schemas.openxmlformats.org/officeDocument/2006/relationships/tags" Target="../tags/tag331.xml"/><Relationship Id="rId30" Type="http://schemas.openxmlformats.org/officeDocument/2006/relationships/tags" Target="../tags/tag330.xml"/><Relationship Id="rId3" Type="http://schemas.openxmlformats.org/officeDocument/2006/relationships/tags" Target="../tags/tag303.xml"/><Relationship Id="rId29" Type="http://schemas.openxmlformats.org/officeDocument/2006/relationships/tags" Target="../tags/tag329.xml"/><Relationship Id="rId28" Type="http://schemas.openxmlformats.org/officeDocument/2006/relationships/tags" Target="../tags/tag328.xml"/><Relationship Id="rId27" Type="http://schemas.openxmlformats.org/officeDocument/2006/relationships/tags" Target="../tags/tag327.xml"/><Relationship Id="rId26" Type="http://schemas.openxmlformats.org/officeDocument/2006/relationships/tags" Target="../tags/tag326.xml"/><Relationship Id="rId25" Type="http://schemas.openxmlformats.org/officeDocument/2006/relationships/tags" Target="../tags/tag325.xml"/><Relationship Id="rId24" Type="http://schemas.openxmlformats.org/officeDocument/2006/relationships/tags" Target="../tags/tag324.xml"/><Relationship Id="rId23" Type="http://schemas.openxmlformats.org/officeDocument/2006/relationships/tags" Target="../tags/tag323.xml"/><Relationship Id="rId22" Type="http://schemas.openxmlformats.org/officeDocument/2006/relationships/tags" Target="../tags/tag322.xml"/><Relationship Id="rId21" Type="http://schemas.openxmlformats.org/officeDocument/2006/relationships/tags" Target="../tags/tag321.xml"/><Relationship Id="rId20" Type="http://schemas.openxmlformats.org/officeDocument/2006/relationships/tags" Target="../tags/tag320.xml"/><Relationship Id="rId2" Type="http://schemas.openxmlformats.org/officeDocument/2006/relationships/image" Target="../media/image8.png"/><Relationship Id="rId19" Type="http://schemas.openxmlformats.org/officeDocument/2006/relationships/tags" Target="../tags/tag319.xml"/><Relationship Id="rId18" Type="http://schemas.openxmlformats.org/officeDocument/2006/relationships/tags" Target="../tags/tag318.xml"/><Relationship Id="rId17" Type="http://schemas.openxmlformats.org/officeDocument/2006/relationships/tags" Target="../tags/tag317.xml"/><Relationship Id="rId16" Type="http://schemas.openxmlformats.org/officeDocument/2006/relationships/tags" Target="../tags/tag316.xml"/><Relationship Id="rId15" Type="http://schemas.openxmlformats.org/officeDocument/2006/relationships/tags" Target="../tags/tag315.xml"/><Relationship Id="rId14" Type="http://schemas.openxmlformats.org/officeDocument/2006/relationships/tags" Target="../tags/tag314.xml"/><Relationship Id="rId13" Type="http://schemas.openxmlformats.org/officeDocument/2006/relationships/tags" Target="../tags/tag313.xml"/><Relationship Id="rId12" Type="http://schemas.openxmlformats.org/officeDocument/2006/relationships/tags" Target="../tags/tag312.xml"/><Relationship Id="rId11" Type="http://schemas.openxmlformats.org/officeDocument/2006/relationships/tags" Target="../tags/tag311.xml"/><Relationship Id="rId10" Type="http://schemas.openxmlformats.org/officeDocument/2006/relationships/tags" Target="../tags/tag310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344.xml"/><Relationship Id="rId15" Type="http://schemas.openxmlformats.org/officeDocument/2006/relationships/image" Target="../media/image8.png"/><Relationship Id="rId14" Type="http://schemas.openxmlformats.org/officeDocument/2006/relationships/tags" Target="../tags/tag343.xml"/><Relationship Id="rId13" Type="http://schemas.openxmlformats.org/officeDocument/2006/relationships/image" Target="../media/image7.png"/><Relationship Id="rId12" Type="http://schemas.openxmlformats.org/officeDocument/2006/relationships/tags" Target="../tags/tag342.xml"/><Relationship Id="rId11" Type="http://schemas.openxmlformats.org/officeDocument/2006/relationships/image" Target="../media/image6.png"/><Relationship Id="rId10" Type="http://schemas.openxmlformats.org/officeDocument/2006/relationships/tags" Target="../tags/tag341.xml"/><Relationship Id="rId1" Type="http://schemas.openxmlformats.org/officeDocument/2006/relationships/tags" Target="../tags/tag33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.png"/><Relationship Id="rId7" Type="http://schemas.openxmlformats.org/officeDocument/2006/relationships/tags" Target="../tags/tag349.xml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354.xml"/><Relationship Id="rId7" Type="http://schemas.openxmlformats.org/officeDocument/2006/relationships/image" Target="../media/image12.png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image" Target="../media/image8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61.xml"/><Relationship Id="rId12" Type="http://schemas.openxmlformats.org/officeDocument/2006/relationships/tags" Target="../tags/tag360.xml"/><Relationship Id="rId11" Type="http://schemas.openxmlformats.org/officeDocument/2006/relationships/tags" Target="../tags/tag359.xml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.png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image" Target="../media/image8.pn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77.xml"/><Relationship Id="rId13" Type="http://schemas.openxmlformats.org/officeDocument/2006/relationships/tags" Target="../tags/tag376.xml"/><Relationship Id="rId12" Type="http://schemas.openxmlformats.org/officeDocument/2006/relationships/tags" Target="../tags/tag375.xml"/><Relationship Id="rId11" Type="http://schemas.openxmlformats.org/officeDocument/2006/relationships/tags" Target="../tags/tag374.xml"/><Relationship Id="rId10" Type="http://schemas.openxmlformats.org/officeDocument/2006/relationships/tags" Target="../tags/tag37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9" Type="http://schemas.openxmlformats.org/officeDocument/2006/relationships/notesSlide" Target="../notesSlides/notesSlide9.xml"/><Relationship Id="rId38" Type="http://schemas.openxmlformats.org/officeDocument/2006/relationships/slideLayout" Target="../slideLayouts/slideLayout12.xml"/><Relationship Id="rId37" Type="http://schemas.openxmlformats.org/officeDocument/2006/relationships/tags" Target="../tags/tag412.xml"/><Relationship Id="rId36" Type="http://schemas.openxmlformats.org/officeDocument/2006/relationships/tags" Target="../tags/tag411.xml"/><Relationship Id="rId35" Type="http://schemas.openxmlformats.org/officeDocument/2006/relationships/tags" Target="../tags/tag410.xml"/><Relationship Id="rId34" Type="http://schemas.openxmlformats.org/officeDocument/2006/relationships/tags" Target="../tags/tag409.xml"/><Relationship Id="rId33" Type="http://schemas.openxmlformats.org/officeDocument/2006/relationships/tags" Target="../tags/tag408.xml"/><Relationship Id="rId32" Type="http://schemas.openxmlformats.org/officeDocument/2006/relationships/tags" Target="../tags/tag407.xml"/><Relationship Id="rId31" Type="http://schemas.openxmlformats.org/officeDocument/2006/relationships/tags" Target="../tags/tag406.xml"/><Relationship Id="rId30" Type="http://schemas.openxmlformats.org/officeDocument/2006/relationships/tags" Target="../tags/tag405.xml"/><Relationship Id="rId3" Type="http://schemas.openxmlformats.org/officeDocument/2006/relationships/tags" Target="../tags/tag378.xml"/><Relationship Id="rId29" Type="http://schemas.openxmlformats.org/officeDocument/2006/relationships/tags" Target="../tags/tag404.xml"/><Relationship Id="rId28" Type="http://schemas.openxmlformats.org/officeDocument/2006/relationships/tags" Target="../tags/tag403.xml"/><Relationship Id="rId27" Type="http://schemas.openxmlformats.org/officeDocument/2006/relationships/tags" Target="../tags/tag402.xml"/><Relationship Id="rId26" Type="http://schemas.openxmlformats.org/officeDocument/2006/relationships/tags" Target="../tags/tag401.xml"/><Relationship Id="rId25" Type="http://schemas.openxmlformats.org/officeDocument/2006/relationships/tags" Target="../tags/tag400.xml"/><Relationship Id="rId24" Type="http://schemas.openxmlformats.org/officeDocument/2006/relationships/tags" Target="../tags/tag399.xml"/><Relationship Id="rId23" Type="http://schemas.openxmlformats.org/officeDocument/2006/relationships/tags" Target="../tags/tag398.xml"/><Relationship Id="rId22" Type="http://schemas.openxmlformats.org/officeDocument/2006/relationships/tags" Target="../tags/tag397.xml"/><Relationship Id="rId21" Type="http://schemas.openxmlformats.org/officeDocument/2006/relationships/tags" Target="../tags/tag396.xml"/><Relationship Id="rId20" Type="http://schemas.openxmlformats.org/officeDocument/2006/relationships/tags" Target="../tags/tag395.xml"/><Relationship Id="rId2" Type="http://schemas.openxmlformats.org/officeDocument/2006/relationships/image" Target="../media/image8.png"/><Relationship Id="rId19" Type="http://schemas.openxmlformats.org/officeDocument/2006/relationships/tags" Target="../tags/tag394.xml"/><Relationship Id="rId18" Type="http://schemas.openxmlformats.org/officeDocument/2006/relationships/tags" Target="../tags/tag393.xml"/><Relationship Id="rId17" Type="http://schemas.openxmlformats.org/officeDocument/2006/relationships/tags" Target="../tags/tag392.xml"/><Relationship Id="rId16" Type="http://schemas.openxmlformats.org/officeDocument/2006/relationships/tags" Target="../tags/tag391.xml"/><Relationship Id="rId15" Type="http://schemas.openxmlformats.org/officeDocument/2006/relationships/tags" Target="../tags/tag390.xml"/><Relationship Id="rId14" Type="http://schemas.openxmlformats.org/officeDocument/2006/relationships/tags" Target="../tags/tag389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tags" Target="../tags/tag418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424.xml"/><Relationship Id="rId15" Type="http://schemas.openxmlformats.org/officeDocument/2006/relationships/image" Target="../media/image8.png"/><Relationship Id="rId14" Type="http://schemas.openxmlformats.org/officeDocument/2006/relationships/tags" Target="../tags/tag423.xml"/><Relationship Id="rId13" Type="http://schemas.openxmlformats.org/officeDocument/2006/relationships/image" Target="../media/image7.png"/><Relationship Id="rId12" Type="http://schemas.openxmlformats.org/officeDocument/2006/relationships/tags" Target="../tags/tag422.xml"/><Relationship Id="rId11" Type="http://schemas.openxmlformats.org/officeDocument/2006/relationships/image" Target="../media/image6.png"/><Relationship Id="rId10" Type="http://schemas.openxmlformats.org/officeDocument/2006/relationships/tags" Target="../tags/tag421.xml"/><Relationship Id="rId1" Type="http://schemas.openxmlformats.org/officeDocument/2006/relationships/tags" Target="../tags/tag41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31.xml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9" Type="http://schemas.openxmlformats.org/officeDocument/2006/relationships/tags" Target="../tags/tag441.xml"/><Relationship Id="rId18" Type="http://schemas.openxmlformats.org/officeDocument/2006/relationships/tags" Target="../tags/tag440.xml"/><Relationship Id="rId17" Type="http://schemas.openxmlformats.org/officeDocument/2006/relationships/tags" Target="../tags/tag439.xml"/><Relationship Id="rId16" Type="http://schemas.openxmlformats.org/officeDocument/2006/relationships/tags" Target="../tags/tag438.xml"/><Relationship Id="rId15" Type="http://schemas.openxmlformats.org/officeDocument/2006/relationships/tags" Target="../tags/tag437.xml"/><Relationship Id="rId14" Type="http://schemas.openxmlformats.org/officeDocument/2006/relationships/tags" Target="../tags/tag436.xml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452.xml"/><Relationship Id="rId7" Type="http://schemas.openxmlformats.org/officeDocument/2006/relationships/image" Target="../media/image18.png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" Type="http://schemas.openxmlformats.org/officeDocument/2006/relationships/image" Target="../media/image8.png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466.xml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tags" Target="../tags/tag461.xml"/><Relationship Id="rId10" Type="http://schemas.openxmlformats.org/officeDocument/2006/relationships/tags" Target="../tags/tag460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471.xml"/><Relationship Id="rId6" Type="http://schemas.openxmlformats.org/officeDocument/2006/relationships/tags" Target="../tags/tag470.xml"/><Relationship Id="rId5" Type="http://schemas.openxmlformats.org/officeDocument/2006/relationships/tags" Target="../tags/tag469.xml"/><Relationship Id="rId4" Type="http://schemas.openxmlformats.org/officeDocument/2006/relationships/tags" Target="../tags/tag468.xml"/><Relationship Id="rId3" Type="http://schemas.openxmlformats.org/officeDocument/2006/relationships/tags" Target="../tags/tag46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79.xml"/><Relationship Id="rId8" Type="http://schemas.openxmlformats.org/officeDocument/2006/relationships/tags" Target="../tags/tag478.xml"/><Relationship Id="rId7" Type="http://schemas.openxmlformats.org/officeDocument/2006/relationships/tags" Target="../tags/tag477.xml"/><Relationship Id="rId6" Type="http://schemas.openxmlformats.org/officeDocument/2006/relationships/tags" Target="../tags/tag476.xml"/><Relationship Id="rId5" Type="http://schemas.openxmlformats.org/officeDocument/2006/relationships/tags" Target="../tags/tag475.xml"/><Relationship Id="rId4" Type="http://schemas.openxmlformats.org/officeDocument/2006/relationships/tags" Target="../tags/tag474.xml"/><Relationship Id="rId3" Type="http://schemas.openxmlformats.org/officeDocument/2006/relationships/tags" Target="../tags/tag473.xml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483.xml"/><Relationship Id="rId15" Type="http://schemas.openxmlformats.org/officeDocument/2006/relationships/image" Target="../media/image8.png"/><Relationship Id="rId14" Type="http://schemas.openxmlformats.org/officeDocument/2006/relationships/tags" Target="../tags/tag482.xml"/><Relationship Id="rId13" Type="http://schemas.openxmlformats.org/officeDocument/2006/relationships/image" Target="../media/image7.png"/><Relationship Id="rId12" Type="http://schemas.openxmlformats.org/officeDocument/2006/relationships/tags" Target="../tags/tag481.xml"/><Relationship Id="rId11" Type="http://schemas.openxmlformats.org/officeDocument/2006/relationships/image" Target="../media/image6.png"/><Relationship Id="rId10" Type="http://schemas.openxmlformats.org/officeDocument/2006/relationships/tags" Target="../tags/tag480.xml"/><Relationship Id="rId1" Type="http://schemas.openxmlformats.org/officeDocument/2006/relationships/tags" Target="../tags/tag47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png"/><Relationship Id="rId7" Type="http://schemas.openxmlformats.org/officeDocument/2006/relationships/tags" Target="../tags/tag488.xml"/><Relationship Id="rId6" Type="http://schemas.openxmlformats.org/officeDocument/2006/relationships/tags" Target="../tags/tag487.xml"/><Relationship Id="rId5" Type="http://schemas.openxmlformats.org/officeDocument/2006/relationships/tags" Target="../tags/tag486.xml"/><Relationship Id="rId4" Type="http://schemas.openxmlformats.org/officeDocument/2006/relationships/tags" Target="../tags/tag485.xml"/><Relationship Id="rId3" Type="http://schemas.openxmlformats.org/officeDocument/2006/relationships/tags" Target="../tags/tag484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95.xml"/><Relationship Id="rId8" Type="http://schemas.openxmlformats.org/officeDocument/2006/relationships/tags" Target="../tags/tag494.xml"/><Relationship Id="rId7" Type="http://schemas.openxmlformats.org/officeDocument/2006/relationships/tags" Target="../tags/tag493.xml"/><Relationship Id="rId6" Type="http://schemas.openxmlformats.org/officeDocument/2006/relationships/tags" Target="../tags/tag492.xml"/><Relationship Id="rId5" Type="http://schemas.openxmlformats.org/officeDocument/2006/relationships/tags" Target="../tags/tag491.xml"/><Relationship Id="rId4" Type="http://schemas.openxmlformats.org/officeDocument/2006/relationships/tags" Target="../tags/tag490.xml"/><Relationship Id="rId3" Type="http://schemas.openxmlformats.org/officeDocument/2006/relationships/tags" Target="../tags/tag489.xml"/><Relationship Id="rId23" Type="http://schemas.openxmlformats.org/officeDocument/2006/relationships/notesSlide" Target="../notesSlides/notesSlide1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07.xml"/><Relationship Id="rId20" Type="http://schemas.openxmlformats.org/officeDocument/2006/relationships/tags" Target="../tags/tag506.xml"/><Relationship Id="rId2" Type="http://schemas.openxmlformats.org/officeDocument/2006/relationships/image" Target="../media/image8.png"/><Relationship Id="rId19" Type="http://schemas.openxmlformats.org/officeDocument/2006/relationships/tags" Target="../tags/tag505.xml"/><Relationship Id="rId18" Type="http://schemas.openxmlformats.org/officeDocument/2006/relationships/tags" Target="../tags/tag504.xml"/><Relationship Id="rId17" Type="http://schemas.openxmlformats.org/officeDocument/2006/relationships/tags" Target="../tags/tag503.xml"/><Relationship Id="rId16" Type="http://schemas.openxmlformats.org/officeDocument/2006/relationships/tags" Target="../tags/tag502.xml"/><Relationship Id="rId15" Type="http://schemas.openxmlformats.org/officeDocument/2006/relationships/tags" Target="../tags/tag501.xml"/><Relationship Id="rId14" Type="http://schemas.openxmlformats.org/officeDocument/2006/relationships/tags" Target="../tags/tag500.xml"/><Relationship Id="rId13" Type="http://schemas.openxmlformats.org/officeDocument/2006/relationships/tags" Target="../tags/tag499.xml"/><Relationship Id="rId12" Type="http://schemas.openxmlformats.org/officeDocument/2006/relationships/tags" Target="../tags/tag498.xml"/><Relationship Id="rId11" Type="http://schemas.openxmlformats.org/officeDocument/2006/relationships/tags" Target="../tags/tag497.xml"/><Relationship Id="rId10" Type="http://schemas.openxmlformats.org/officeDocument/2006/relationships/tags" Target="../tags/tag496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14.xml"/><Relationship Id="rId8" Type="http://schemas.openxmlformats.org/officeDocument/2006/relationships/tags" Target="../tags/tag513.xml"/><Relationship Id="rId7" Type="http://schemas.openxmlformats.org/officeDocument/2006/relationships/tags" Target="../tags/tag5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511.xml"/><Relationship Id="rId3" Type="http://schemas.openxmlformats.org/officeDocument/2006/relationships/tags" Target="../tags/tag510.xml"/><Relationship Id="rId26" Type="http://schemas.openxmlformats.org/officeDocument/2006/relationships/notesSlide" Target="../notesSlides/notesSlide17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21.png"/><Relationship Id="rId23" Type="http://schemas.openxmlformats.org/officeDocument/2006/relationships/tags" Target="../tags/tag527.xml"/><Relationship Id="rId22" Type="http://schemas.openxmlformats.org/officeDocument/2006/relationships/tags" Target="../tags/tag526.xml"/><Relationship Id="rId21" Type="http://schemas.openxmlformats.org/officeDocument/2006/relationships/image" Target="../media/image20.png"/><Relationship Id="rId20" Type="http://schemas.openxmlformats.org/officeDocument/2006/relationships/tags" Target="../tags/tag525.xml"/><Relationship Id="rId2" Type="http://schemas.openxmlformats.org/officeDocument/2006/relationships/tags" Target="../tags/tag509.xml"/><Relationship Id="rId19" Type="http://schemas.openxmlformats.org/officeDocument/2006/relationships/tags" Target="../tags/tag524.xml"/><Relationship Id="rId18" Type="http://schemas.openxmlformats.org/officeDocument/2006/relationships/tags" Target="../tags/tag523.xml"/><Relationship Id="rId17" Type="http://schemas.openxmlformats.org/officeDocument/2006/relationships/tags" Target="../tags/tag522.xml"/><Relationship Id="rId16" Type="http://schemas.openxmlformats.org/officeDocument/2006/relationships/tags" Target="../tags/tag521.xml"/><Relationship Id="rId15" Type="http://schemas.openxmlformats.org/officeDocument/2006/relationships/tags" Target="../tags/tag520.xml"/><Relationship Id="rId14" Type="http://schemas.openxmlformats.org/officeDocument/2006/relationships/tags" Target="../tags/tag519.xml"/><Relationship Id="rId13" Type="http://schemas.openxmlformats.org/officeDocument/2006/relationships/tags" Target="../tags/tag518.xml"/><Relationship Id="rId12" Type="http://schemas.openxmlformats.org/officeDocument/2006/relationships/tags" Target="../tags/tag517.xml"/><Relationship Id="rId11" Type="http://schemas.openxmlformats.org/officeDocument/2006/relationships/tags" Target="../tags/tag516.xml"/><Relationship Id="rId10" Type="http://schemas.openxmlformats.org/officeDocument/2006/relationships/tags" Target="../tags/tag515.xml"/><Relationship Id="rId1" Type="http://schemas.openxmlformats.org/officeDocument/2006/relationships/tags" Target="../tags/tag50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tags" Target="../tags/tag531.xml"/><Relationship Id="rId5" Type="http://schemas.openxmlformats.org/officeDocument/2006/relationships/tags" Target="../tags/tag530.xml"/><Relationship Id="rId4" Type="http://schemas.openxmlformats.org/officeDocument/2006/relationships/tags" Target="../tags/tag529.xml"/><Relationship Id="rId3" Type="http://schemas.openxmlformats.org/officeDocument/2006/relationships/tags" Target="../tags/tag528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38.xml"/><Relationship Id="rId8" Type="http://schemas.openxmlformats.org/officeDocument/2006/relationships/tags" Target="../tags/tag537.xml"/><Relationship Id="rId7" Type="http://schemas.openxmlformats.org/officeDocument/2006/relationships/tags" Target="../tags/tag536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image" Target="../media/image25.jpeg"/><Relationship Id="rId3" Type="http://schemas.openxmlformats.org/officeDocument/2006/relationships/tags" Target="../tags/tag533.xml"/><Relationship Id="rId23" Type="http://schemas.openxmlformats.org/officeDocument/2006/relationships/notesSlide" Target="../notesSlides/notesSlide19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547.xml"/><Relationship Id="rId20" Type="http://schemas.openxmlformats.org/officeDocument/2006/relationships/image" Target="../media/image26.png"/><Relationship Id="rId2" Type="http://schemas.openxmlformats.org/officeDocument/2006/relationships/image" Target="../media/image2.png"/><Relationship Id="rId19" Type="http://schemas.openxmlformats.org/officeDocument/2006/relationships/tags" Target="../tags/tag546.xml"/><Relationship Id="rId18" Type="http://schemas.openxmlformats.org/officeDocument/2006/relationships/tags" Target="../tags/tag545.xml"/><Relationship Id="rId17" Type="http://schemas.openxmlformats.org/officeDocument/2006/relationships/tags" Target="../tags/tag544.xml"/><Relationship Id="rId16" Type="http://schemas.openxmlformats.org/officeDocument/2006/relationships/tags" Target="../tags/tag543.xml"/><Relationship Id="rId15" Type="http://schemas.openxmlformats.org/officeDocument/2006/relationships/image" Target="../media/image4.png"/><Relationship Id="rId14" Type="http://schemas.openxmlformats.org/officeDocument/2006/relationships/tags" Target="../tags/tag542.xml"/><Relationship Id="rId13" Type="http://schemas.openxmlformats.org/officeDocument/2006/relationships/image" Target="../media/image3.png"/><Relationship Id="rId12" Type="http://schemas.openxmlformats.org/officeDocument/2006/relationships/tags" Target="../tags/tag541.xml"/><Relationship Id="rId11" Type="http://schemas.openxmlformats.org/officeDocument/2006/relationships/tags" Target="../tags/tag540.xml"/><Relationship Id="rId10" Type="http://schemas.openxmlformats.org/officeDocument/2006/relationships/tags" Target="../tags/tag539.xml"/><Relationship Id="rId1" Type="http://schemas.openxmlformats.org/officeDocument/2006/relationships/tags" Target="../tags/tag5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93040" y="3810"/>
            <a:ext cx="11808460" cy="522287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91980" y="-209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>
            <p:custDataLst>
              <p:tags r:id="rId5"/>
            </p:custDataLst>
          </p:nvPr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>
            <p:custDataLst>
              <p:tags r:id="rId6"/>
            </p:custDataLst>
          </p:nvPr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>
            <p:custDataLst>
              <p:tags r:id="rId7"/>
            </p:custDataLst>
          </p:nvPr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汇报人: </a:t>
            </a:r>
            <a:r>
              <a:rPr lang="zh-CN" altLang="en-US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吴晓旭</a:t>
            </a:r>
            <a:endParaRPr lang="zh-CN" altLang="en-US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占位符 31"/>
          <p:cNvSpPr txBox="1"/>
          <p:nvPr>
            <p:custDataLst>
              <p:tags r:id="rId8"/>
            </p:custDataLst>
          </p:nvPr>
        </p:nvSpPr>
        <p:spPr>
          <a:xfrm>
            <a:off x="6427739" y="603385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小组：</a:t>
            </a:r>
            <a:r>
              <a:rPr lang="en-US" altLang="zh-CN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DeepSeekers</a:t>
            </a:r>
            <a:endParaRPr lang="en-US" altLang="zh-CN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文本占位符 24"/>
          <p:cNvSpPr txBox="1"/>
          <p:nvPr>
            <p:custDataLst>
              <p:tags r:id="rId9"/>
            </p:custDataLst>
          </p:nvPr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Severstal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钢板缺陷检测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 深度学习期末项目汇报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0"/>
            </p:custDataLst>
          </p:nvPr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879975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>
              <p:custDataLst>
                <p:tags r:id="rId15"/>
              </p:custDataLst>
            </p:nvPr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1400" b="1" dirty="0">
                  <a:solidFill>
                    <a:prstClr val="white"/>
                  </a:solidFill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0031" y="522153"/>
            <a:ext cx="6049548" cy="60495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0" r="16132"/>
          <a:stretch>
            <a:fillRect/>
          </a:stretch>
        </p:blipFill>
        <p:spPr>
          <a:xfrm>
            <a:off x="1" y="-1"/>
            <a:ext cx="6240014" cy="68729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19601" y="0"/>
            <a:ext cx="6259616" cy="687299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12778" y="1256225"/>
              <a:ext cx="2471273" cy="1330759"/>
              <a:chOff x="4813732" y="232424"/>
              <a:chExt cx="2471273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  <a:sym typeface="Calibri" panose="020F050202020403020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Calibri" panose="020F050202020403020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Calibri" panose="020F050202020403020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4813732" y="1088382"/>
                <a:ext cx="2421255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519934" y="111241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4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519935" y="252857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5450291" y="394473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10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5519934" y="5360888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/>
            <p:cNvSpPr/>
            <p:nvPr>
              <p:custDataLst>
                <p:tags r:id="rId1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sp>
        <p:nvSpPr>
          <p:cNvPr id="31" name="文本框 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420928" y="1112520"/>
            <a:ext cx="373888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赛题背景与任务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420928" y="2528570"/>
            <a:ext cx="373888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数据与基线方案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407910" y="3944620"/>
            <a:ext cx="373888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优化与消融实验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文本框 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420928" y="5360670"/>
            <a:ext cx="272288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协作与总结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13545" y="6447112"/>
            <a:ext cx="2093426" cy="334487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>
            <p:custDataLst>
              <p:tags r:id="rId3"/>
            </p:custDataLst>
          </p:nvPr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93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93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>
            <p:custDataLst>
              <p:tags r:id="rId4"/>
            </p:custDataLst>
          </p:nvPr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赛题背景与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任务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>
              <p:custDataLst>
                <p:tags r:id="rId5"/>
              </p:custDataLst>
            </p:nvPr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6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3"/>
            </p:custDataLst>
          </p:nvPr>
        </p:nvGrpSpPr>
        <p:grpSpPr>
          <a:xfrm>
            <a:off x="1127760" y="1149985"/>
            <a:ext cx="9228455" cy="3398520"/>
            <a:chOff x="2213" y="2550"/>
            <a:chExt cx="14533" cy="5352"/>
          </a:xfrm>
        </p:grpSpPr>
        <p:grpSp>
          <p:nvGrpSpPr>
            <p:cNvPr id="14" name="组合 13"/>
            <p:cNvGrpSpPr/>
            <p:nvPr>
              <p:custDataLst>
                <p:tags r:id="rId4"/>
              </p:custDataLst>
            </p:nvPr>
          </p:nvGrpSpPr>
          <p:grpSpPr>
            <a:xfrm rot="0">
              <a:off x="2213" y="5581"/>
              <a:ext cx="6238" cy="2321"/>
              <a:chOff x="2213" y="5581"/>
              <a:chExt cx="6238" cy="2321"/>
            </a:xfrm>
          </p:grpSpPr>
          <p:sp>
            <p:nvSpPr>
              <p:cNvPr id="5" name="矩形 4"/>
              <p:cNvSpPr/>
              <p:nvPr>
                <p:custDataLst>
                  <p:tags r:id="rId5"/>
                </p:custDataLst>
              </p:nvPr>
            </p:nvSpPr>
            <p:spPr>
              <a:xfrm>
                <a:off x="2213" y="5880"/>
                <a:ext cx="6238" cy="20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zh-CN" altLang="en-US" sz="16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利用钢板表面图像，定位并分类其中的四种缺陷区域</a:t>
                </a:r>
                <a:r>
                  <a:rPr lang="zh-CN" altLang="en-US" sz="24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  <a:endParaRPr lang="zh-CN" altLang="en-US" sz="2400" b="1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" name="五边形 5"/>
              <p:cNvSpPr/>
              <p:nvPr>
                <p:custDataLst>
                  <p:tags r:id="rId6"/>
                </p:custDataLst>
              </p:nvPr>
            </p:nvSpPr>
            <p:spPr>
              <a:xfrm>
                <a:off x="2213" y="5581"/>
                <a:ext cx="2150" cy="688"/>
              </a:xfrm>
              <a:prstGeom prst="homePlate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赛题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目标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5" name="组合 14"/>
            <p:cNvGrpSpPr/>
            <p:nvPr>
              <p:custDataLst>
                <p:tags r:id="rId7"/>
              </p:custDataLst>
            </p:nvPr>
          </p:nvGrpSpPr>
          <p:grpSpPr>
            <a:xfrm rot="0">
              <a:off x="2213" y="2550"/>
              <a:ext cx="14533" cy="2653"/>
              <a:chOff x="2213" y="2462"/>
              <a:chExt cx="14533" cy="2653"/>
            </a:xfrm>
          </p:grpSpPr>
          <p:sp>
            <p:nvSpPr>
              <p:cNvPr id="8" name="矩形 7"/>
              <p:cNvSpPr/>
              <p:nvPr>
                <p:custDataLst>
                  <p:tags r:id="rId8"/>
                </p:custDataLst>
              </p:nvPr>
            </p:nvSpPr>
            <p:spPr>
              <a:xfrm>
                <a:off x="2213" y="2887"/>
                <a:ext cx="14533" cy="22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zh-CN" altLang="en-US" sz="16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钢铁是现代最重要的建筑材料之一，平板钢生产工艺精密复杂：从加热、轧制到干燥和切割，多台机器协同加工，表面缺陷会直接影响产品质量、后续加工安全和生产效率。</a:t>
                </a:r>
                <a:endParaRPr lang="zh-CN" altLang="en-US" sz="1600" b="1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/>
                <a:r>
                  <a:rPr lang="en-US" altLang="zh-CN" sz="16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Severstal</a:t>
                </a:r>
                <a:r>
                  <a:rPr lang="zh-CN" altLang="en-US" sz="16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已部署高频相机实时采集钢板表面图像，而传统质检方式</a:t>
                </a:r>
                <a:r>
                  <a:rPr lang="en-US" altLang="zh-CN" sz="16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——</a:t>
                </a:r>
                <a:r>
                  <a:rPr lang="zh-CN" altLang="en-US" sz="1600" b="1">
                    <a:solidFill>
                      <a:schemeClr val="tx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人工肉眼检测成本高、效率低，受主观经验和疲劳程度影响大，难以保持质检一致性</a:t>
                </a:r>
                <a:endParaRPr lang="zh-CN" altLang="en-US" sz="1600" b="1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" name="五边形 8"/>
              <p:cNvSpPr/>
              <p:nvPr>
                <p:custDataLst>
                  <p:tags r:id="rId9"/>
                </p:custDataLst>
              </p:nvPr>
            </p:nvSpPr>
            <p:spPr>
              <a:xfrm>
                <a:off x="2213" y="2462"/>
                <a:ext cx="2150" cy="688"/>
              </a:xfrm>
              <a:prstGeom prst="homePlate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赛题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背景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10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11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12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13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赛题背景与任务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24" name="图片 23"/>
          <p:cNvPicPr/>
          <p:nvPr/>
        </p:nvPicPr>
        <p:blipFill>
          <a:blip r:embed="rId14"/>
          <a:srcRect l="1306" t="27725" r="855" b="6253"/>
          <a:stretch>
            <a:fillRect/>
          </a:stretch>
        </p:blipFill>
        <p:spPr>
          <a:xfrm>
            <a:off x="8220075" y="3036570"/>
            <a:ext cx="2171700" cy="171640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5"/>
          <a:srcRect l="-717" t="9541" r="1300" b="7724"/>
          <a:stretch>
            <a:fillRect/>
          </a:stretch>
        </p:blipFill>
        <p:spPr>
          <a:xfrm>
            <a:off x="5572125" y="3037205"/>
            <a:ext cx="2647950" cy="172085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16"/>
            </p:custDataLst>
          </p:nvPr>
        </p:nvSpPr>
        <p:spPr>
          <a:xfrm>
            <a:off x="1127760" y="4979670"/>
            <a:ext cx="9229090" cy="1266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ea typeface="+mn-lt"/>
                <a:cs typeface="+mn-lt"/>
                <a:sym typeface="+mn-ea"/>
              </a:rPr>
              <a:t>赛题任务的本质是语义分割，需要像素级精确定位缺陷区域，同时判断4类缺陷类型，所以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ea typeface="+mn-lt"/>
                <a:cs typeface="+mn-lt"/>
                <a:sym typeface="+mn-ea"/>
              </a:rPr>
              <a:t>U-Net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ea typeface="+mn-lt"/>
                <a:cs typeface="+mn-lt"/>
                <a:sym typeface="+mn-ea"/>
              </a:rPr>
              <a:t>等分割模型天然适合此类任务。同时缺陷形态千奇百怪，裂纹状细长条、麻点状簇状小点等，各缺陷大小、明暗对比度差异巨大，而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ea typeface="+mn-lt"/>
                <a:cs typeface="+mn-lt"/>
                <a:sym typeface="+mn-ea"/>
              </a:rPr>
              <a:t>CNN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ea typeface="+mn-lt"/>
                <a:cs typeface="+mn-lt"/>
                <a:sym typeface="+mn-ea"/>
              </a:rPr>
              <a:t>能自动学习层次化特征，无需人工设计。</a:t>
            </a:r>
            <a:endParaRPr lang="zh-CN" altLang="en-US" sz="1600" b="1" kern="0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latin typeface="微软雅黑" panose="020B0503020204020204" charset="-122"/>
              <a:ea typeface="+mn-lt"/>
              <a:cs typeface="+mn-lt"/>
              <a:sym typeface="+mn-ea"/>
            </a:endParaRPr>
          </a:p>
        </p:txBody>
      </p:sp>
      <p:sp>
        <p:nvSpPr>
          <p:cNvPr id="3" name="五边形 2"/>
          <p:cNvSpPr/>
          <p:nvPr>
            <p:custDataLst>
              <p:tags r:id="rId17"/>
            </p:custDataLst>
          </p:nvPr>
        </p:nvSpPr>
        <p:spPr>
          <a:xfrm>
            <a:off x="1127760" y="4709795"/>
            <a:ext cx="1365250" cy="436880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任务分析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280210" y="639132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总任务</a:t>
            </a: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流程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5" name="等腰三角形 7"/>
          <p:cNvSpPr/>
          <p:nvPr>
            <p:custDataLst>
              <p:tags r:id="rId7"/>
            </p:custDataLst>
          </p:nvPr>
        </p:nvSpPr>
        <p:spPr>
          <a:xfrm>
            <a:off x="2023110" y="3463925"/>
            <a:ext cx="462280" cy="565785"/>
          </a:xfrm>
          <a:custGeom>
            <a:avLst/>
            <a:gdLst>
              <a:gd name="connsiteX0" fmla="*/ 0 w 1524762"/>
              <a:gd name="connsiteY0" fmla="*/ 1314450 h 1314450"/>
              <a:gd name="connsiteX1" fmla="*/ 762381 w 1524762"/>
              <a:gd name="connsiteY1" fmla="*/ 0 h 1314450"/>
              <a:gd name="connsiteX2" fmla="*/ 1524762 w 1524762"/>
              <a:gd name="connsiteY2" fmla="*/ 1314450 h 1314450"/>
              <a:gd name="connsiteX3" fmla="*/ 0 w 1524762"/>
              <a:gd name="connsiteY3" fmla="*/ 1314450 h 1314450"/>
              <a:gd name="connsiteX0-1" fmla="*/ 0 w 1524762"/>
              <a:gd name="connsiteY0-2" fmla="*/ 1314450 h 1314450"/>
              <a:gd name="connsiteX1-3" fmla="*/ 762381 w 1524762"/>
              <a:gd name="connsiteY1-4" fmla="*/ 0 h 1314450"/>
              <a:gd name="connsiteX2-5" fmla="*/ 1524762 w 1524762"/>
              <a:gd name="connsiteY2-6" fmla="*/ 1314450 h 1314450"/>
              <a:gd name="connsiteX3-7" fmla="*/ 0 w 1524762"/>
              <a:gd name="connsiteY3-8" fmla="*/ 1314450 h 1314450"/>
              <a:gd name="connsiteX0-9" fmla="*/ 0 w 1524762"/>
              <a:gd name="connsiteY0-10" fmla="*/ 1314450 h 1314450"/>
              <a:gd name="connsiteX1-11" fmla="*/ 762381 w 1524762"/>
              <a:gd name="connsiteY1-12" fmla="*/ 0 h 1314450"/>
              <a:gd name="connsiteX2-13" fmla="*/ 1524762 w 1524762"/>
              <a:gd name="connsiteY2-14" fmla="*/ 1314450 h 1314450"/>
              <a:gd name="connsiteX3-15" fmla="*/ 0 w 1524762"/>
              <a:gd name="connsiteY3-16" fmla="*/ 1314450 h 1314450"/>
              <a:gd name="connsiteX0-17" fmla="*/ 0 w 1524762"/>
              <a:gd name="connsiteY0-18" fmla="*/ 1314450 h 1314450"/>
              <a:gd name="connsiteX1-19" fmla="*/ 762381 w 1524762"/>
              <a:gd name="connsiteY1-20" fmla="*/ 0 h 1314450"/>
              <a:gd name="connsiteX2-21" fmla="*/ 1524762 w 1524762"/>
              <a:gd name="connsiteY2-22" fmla="*/ 1314450 h 1314450"/>
              <a:gd name="connsiteX3-23" fmla="*/ 0 w 1524762"/>
              <a:gd name="connsiteY3-24" fmla="*/ 1314450 h 1314450"/>
              <a:gd name="connsiteX0-25" fmla="*/ 0 w 1524762"/>
              <a:gd name="connsiteY0-26" fmla="*/ 1314450 h 1314450"/>
              <a:gd name="connsiteX1-27" fmla="*/ 762381 w 1524762"/>
              <a:gd name="connsiteY1-28" fmla="*/ 0 h 1314450"/>
              <a:gd name="connsiteX2-29" fmla="*/ 1524762 w 1524762"/>
              <a:gd name="connsiteY2-30" fmla="*/ 1314450 h 1314450"/>
              <a:gd name="connsiteX3-31" fmla="*/ 0 w 1524762"/>
              <a:gd name="connsiteY3-32" fmla="*/ 1314450 h 1314450"/>
              <a:gd name="connsiteX0-33" fmla="*/ 0 w 1524762"/>
              <a:gd name="connsiteY0-34" fmla="*/ 1314450 h 1314450"/>
              <a:gd name="connsiteX1-35" fmla="*/ 762381 w 1524762"/>
              <a:gd name="connsiteY1-36" fmla="*/ 0 h 1314450"/>
              <a:gd name="connsiteX2-37" fmla="*/ 1524762 w 1524762"/>
              <a:gd name="connsiteY2-38" fmla="*/ 1314450 h 1314450"/>
              <a:gd name="connsiteX3-39" fmla="*/ 0 w 1524762"/>
              <a:gd name="connsiteY3-40" fmla="*/ 1314450 h 1314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4762" h="1314450">
                <a:moveTo>
                  <a:pt x="0" y="1314450"/>
                </a:moveTo>
                <a:cubicBezTo>
                  <a:pt x="597027" y="971550"/>
                  <a:pt x="641604" y="609600"/>
                  <a:pt x="762381" y="0"/>
                </a:cubicBezTo>
                <a:cubicBezTo>
                  <a:pt x="864108" y="628650"/>
                  <a:pt x="1061085" y="1028700"/>
                  <a:pt x="1524762" y="1314450"/>
                </a:cubicBezTo>
                <a:lnTo>
                  <a:pt x="0" y="131445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20000"/>
                </a:schemeClr>
              </a:gs>
              <a:gs pos="1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椭圆 55"/>
          <p:cNvSpPr/>
          <p:nvPr>
            <p:custDataLst>
              <p:tags r:id="rId8"/>
            </p:custDataLst>
          </p:nvPr>
        </p:nvSpPr>
        <p:spPr>
          <a:xfrm>
            <a:off x="2189480" y="3224530"/>
            <a:ext cx="130175" cy="130175"/>
          </a:xfrm>
          <a:prstGeom prst="ellipse">
            <a:avLst/>
          </a:prstGeom>
          <a:gradFill>
            <a:gsLst>
              <a:gs pos="99301">
                <a:schemeClr val="accent1">
                  <a:lumMod val="75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椭圆 56"/>
          <p:cNvSpPr/>
          <p:nvPr>
            <p:custDataLst>
              <p:tags r:id="rId9"/>
            </p:custDataLst>
          </p:nvPr>
        </p:nvSpPr>
        <p:spPr>
          <a:xfrm>
            <a:off x="2145665" y="3180715"/>
            <a:ext cx="216535" cy="216535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: 圆角 1"/>
          <p:cNvSpPr/>
          <p:nvPr>
            <p:custDataLst>
              <p:tags r:id="rId10"/>
            </p:custDataLst>
          </p:nvPr>
        </p:nvSpPr>
        <p:spPr>
          <a:xfrm>
            <a:off x="1229995" y="1687830"/>
            <a:ext cx="2049780" cy="368300"/>
          </a:xfrm>
          <a:prstGeom prst="roundRect">
            <a:avLst>
              <a:gd name="adj" fmla="val 50000"/>
            </a:avLst>
          </a:prstGeom>
          <a:solidFill>
            <a:srgbClr val="02428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数据集处理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9" name="矩形 58"/>
          <p:cNvSpPr/>
          <p:nvPr>
            <p:custDataLst>
              <p:tags r:id="rId11"/>
            </p:custDataLst>
          </p:nvPr>
        </p:nvSpPr>
        <p:spPr>
          <a:xfrm>
            <a:off x="1162050" y="2139315"/>
            <a:ext cx="2185670" cy="827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RLE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解码为4通道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Mask；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类别分布统计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矩形: 圆角 8"/>
          <p:cNvSpPr/>
          <p:nvPr>
            <p:custDataLst>
              <p:tags r:id="rId12"/>
            </p:custDataLst>
          </p:nvPr>
        </p:nvSpPr>
        <p:spPr>
          <a:xfrm>
            <a:off x="4676775" y="1687830"/>
            <a:ext cx="2049780" cy="368300"/>
          </a:xfrm>
          <a:prstGeom prst="roundRect">
            <a:avLst>
              <a:gd name="adj" fmla="val 50000"/>
            </a:avLst>
          </a:prstGeom>
          <a:solidFill>
            <a:srgbClr val="02428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确定优化方向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3"/>
            </p:custDataLst>
          </p:nvPr>
        </p:nvSpPr>
        <p:spPr>
          <a:xfrm>
            <a:off x="4608830" y="2139315"/>
            <a:ext cx="2185670" cy="827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Baseline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不足；从多个维度设计优化方案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8" name="矩形: 圆角 10"/>
          <p:cNvSpPr/>
          <p:nvPr>
            <p:custDataLst>
              <p:tags r:id="rId14"/>
            </p:custDataLst>
          </p:nvPr>
        </p:nvSpPr>
        <p:spPr>
          <a:xfrm>
            <a:off x="8123555" y="1687830"/>
            <a:ext cx="2049780" cy="368300"/>
          </a:xfrm>
          <a:prstGeom prst="roundRect">
            <a:avLst>
              <a:gd name="adj" fmla="val 50000"/>
            </a:avLst>
          </a:prstGeom>
          <a:solidFill>
            <a:srgbClr val="02428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分析结果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9" name="矩形 68"/>
          <p:cNvSpPr/>
          <p:nvPr>
            <p:custDataLst>
              <p:tags r:id="rId15"/>
            </p:custDataLst>
          </p:nvPr>
        </p:nvSpPr>
        <p:spPr>
          <a:xfrm>
            <a:off x="8055610" y="2139315"/>
            <a:ext cx="2185670" cy="827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对比各组分数；提炼核心结论；反思失败尝试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3" name="矩形: 圆角 17"/>
          <p:cNvSpPr/>
          <p:nvPr>
            <p:custDataLst>
              <p:tags r:id="rId16"/>
            </p:custDataLst>
          </p:nvPr>
        </p:nvSpPr>
        <p:spPr>
          <a:xfrm>
            <a:off x="2953385" y="5109210"/>
            <a:ext cx="2049780" cy="368300"/>
          </a:xfrm>
          <a:prstGeom prst="roundRect">
            <a:avLst>
              <a:gd name="adj" fmla="val 50000"/>
            </a:avLst>
          </a:prstGeom>
          <a:solidFill>
            <a:srgbClr val="02428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/>
          <p:nvPr>
            <p:custDataLst>
              <p:tags r:id="rId17"/>
            </p:custDataLst>
          </p:nvPr>
        </p:nvSpPr>
        <p:spPr>
          <a:xfrm>
            <a:off x="2885440" y="5477510"/>
            <a:ext cx="2185670" cy="827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U-Net+ResNet34；BCE+Dice Loss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8" name="矩形: 圆角 19"/>
          <p:cNvSpPr/>
          <p:nvPr>
            <p:custDataLst>
              <p:tags r:id="rId18"/>
            </p:custDataLst>
          </p:nvPr>
        </p:nvSpPr>
        <p:spPr>
          <a:xfrm>
            <a:off x="6400165" y="5109210"/>
            <a:ext cx="2049780" cy="368300"/>
          </a:xfrm>
          <a:prstGeom prst="roundRect">
            <a:avLst>
              <a:gd name="adj" fmla="val 50000"/>
            </a:avLst>
          </a:prstGeom>
          <a:solidFill>
            <a:srgbClr val="02428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消融实验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9" name="矩形 78"/>
          <p:cNvSpPr/>
          <p:nvPr>
            <p:custDataLst>
              <p:tags r:id="rId19"/>
            </p:custDataLst>
          </p:nvPr>
        </p:nvSpPr>
        <p:spPr>
          <a:xfrm>
            <a:off x="6331585" y="5520690"/>
            <a:ext cx="2185670" cy="8274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6组对照实验；每组只改变一个变量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矩形 84"/>
          <p:cNvSpPr/>
          <p:nvPr>
            <p:custDataLst>
              <p:tags r:id="rId20"/>
            </p:custDataLst>
          </p:nvPr>
        </p:nvSpPr>
        <p:spPr>
          <a:xfrm>
            <a:off x="1074420" y="3953510"/>
            <a:ext cx="1004189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7" name="等腰三角形 7"/>
          <p:cNvSpPr/>
          <p:nvPr>
            <p:custDataLst>
              <p:tags r:id="rId21"/>
            </p:custDataLst>
          </p:nvPr>
        </p:nvSpPr>
        <p:spPr>
          <a:xfrm>
            <a:off x="5470525" y="3481705"/>
            <a:ext cx="462280" cy="565785"/>
          </a:xfrm>
          <a:custGeom>
            <a:avLst/>
            <a:gdLst>
              <a:gd name="connsiteX0" fmla="*/ 0 w 1524762"/>
              <a:gd name="connsiteY0" fmla="*/ 1314450 h 1314450"/>
              <a:gd name="connsiteX1" fmla="*/ 762381 w 1524762"/>
              <a:gd name="connsiteY1" fmla="*/ 0 h 1314450"/>
              <a:gd name="connsiteX2" fmla="*/ 1524762 w 1524762"/>
              <a:gd name="connsiteY2" fmla="*/ 1314450 h 1314450"/>
              <a:gd name="connsiteX3" fmla="*/ 0 w 1524762"/>
              <a:gd name="connsiteY3" fmla="*/ 1314450 h 1314450"/>
              <a:gd name="connsiteX0-1" fmla="*/ 0 w 1524762"/>
              <a:gd name="connsiteY0-2" fmla="*/ 1314450 h 1314450"/>
              <a:gd name="connsiteX1-3" fmla="*/ 762381 w 1524762"/>
              <a:gd name="connsiteY1-4" fmla="*/ 0 h 1314450"/>
              <a:gd name="connsiteX2-5" fmla="*/ 1524762 w 1524762"/>
              <a:gd name="connsiteY2-6" fmla="*/ 1314450 h 1314450"/>
              <a:gd name="connsiteX3-7" fmla="*/ 0 w 1524762"/>
              <a:gd name="connsiteY3-8" fmla="*/ 1314450 h 1314450"/>
              <a:gd name="connsiteX0-9" fmla="*/ 0 w 1524762"/>
              <a:gd name="connsiteY0-10" fmla="*/ 1314450 h 1314450"/>
              <a:gd name="connsiteX1-11" fmla="*/ 762381 w 1524762"/>
              <a:gd name="connsiteY1-12" fmla="*/ 0 h 1314450"/>
              <a:gd name="connsiteX2-13" fmla="*/ 1524762 w 1524762"/>
              <a:gd name="connsiteY2-14" fmla="*/ 1314450 h 1314450"/>
              <a:gd name="connsiteX3-15" fmla="*/ 0 w 1524762"/>
              <a:gd name="connsiteY3-16" fmla="*/ 1314450 h 1314450"/>
              <a:gd name="connsiteX0-17" fmla="*/ 0 w 1524762"/>
              <a:gd name="connsiteY0-18" fmla="*/ 1314450 h 1314450"/>
              <a:gd name="connsiteX1-19" fmla="*/ 762381 w 1524762"/>
              <a:gd name="connsiteY1-20" fmla="*/ 0 h 1314450"/>
              <a:gd name="connsiteX2-21" fmla="*/ 1524762 w 1524762"/>
              <a:gd name="connsiteY2-22" fmla="*/ 1314450 h 1314450"/>
              <a:gd name="connsiteX3-23" fmla="*/ 0 w 1524762"/>
              <a:gd name="connsiteY3-24" fmla="*/ 1314450 h 1314450"/>
              <a:gd name="connsiteX0-25" fmla="*/ 0 w 1524762"/>
              <a:gd name="connsiteY0-26" fmla="*/ 1314450 h 1314450"/>
              <a:gd name="connsiteX1-27" fmla="*/ 762381 w 1524762"/>
              <a:gd name="connsiteY1-28" fmla="*/ 0 h 1314450"/>
              <a:gd name="connsiteX2-29" fmla="*/ 1524762 w 1524762"/>
              <a:gd name="connsiteY2-30" fmla="*/ 1314450 h 1314450"/>
              <a:gd name="connsiteX3-31" fmla="*/ 0 w 1524762"/>
              <a:gd name="connsiteY3-32" fmla="*/ 1314450 h 1314450"/>
              <a:gd name="connsiteX0-33" fmla="*/ 0 w 1524762"/>
              <a:gd name="connsiteY0-34" fmla="*/ 1314450 h 1314450"/>
              <a:gd name="connsiteX1-35" fmla="*/ 762381 w 1524762"/>
              <a:gd name="connsiteY1-36" fmla="*/ 0 h 1314450"/>
              <a:gd name="connsiteX2-37" fmla="*/ 1524762 w 1524762"/>
              <a:gd name="connsiteY2-38" fmla="*/ 1314450 h 1314450"/>
              <a:gd name="connsiteX3-39" fmla="*/ 0 w 1524762"/>
              <a:gd name="connsiteY3-40" fmla="*/ 1314450 h 1314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4762" h="1314450">
                <a:moveTo>
                  <a:pt x="0" y="1314450"/>
                </a:moveTo>
                <a:cubicBezTo>
                  <a:pt x="597027" y="971550"/>
                  <a:pt x="641604" y="609600"/>
                  <a:pt x="762381" y="0"/>
                </a:cubicBezTo>
                <a:cubicBezTo>
                  <a:pt x="864108" y="628650"/>
                  <a:pt x="1061085" y="1028700"/>
                  <a:pt x="1524762" y="1314450"/>
                </a:cubicBezTo>
                <a:lnTo>
                  <a:pt x="0" y="131445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20000"/>
                </a:schemeClr>
              </a:gs>
              <a:gs pos="1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8" name="椭圆 87"/>
          <p:cNvSpPr/>
          <p:nvPr>
            <p:custDataLst>
              <p:tags r:id="rId22"/>
            </p:custDataLst>
          </p:nvPr>
        </p:nvSpPr>
        <p:spPr>
          <a:xfrm>
            <a:off x="5636895" y="3242310"/>
            <a:ext cx="130175" cy="130175"/>
          </a:xfrm>
          <a:prstGeom prst="ellipse">
            <a:avLst/>
          </a:prstGeom>
          <a:gradFill>
            <a:gsLst>
              <a:gs pos="99301">
                <a:schemeClr val="accent1">
                  <a:lumMod val="75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椭圆 88"/>
          <p:cNvSpPr/>
          <p:nvPr>
            <p:custDataLst>
              <p:tags r:id="rId23"/>
            </p:custDataLst>
          </p:nvPr>
        </p:nvSpPr>
        <p:spPr>
          <a:xfrm>
            <a:off x="5593080" y="3198495"/>
            <a:ext cx="216535" cy="216535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等腰三角形 7"/>
          <p:cNvSpPr/>
          <p:nvPr>
            <p:custDataLst>
              <p:tags r:id="rId24"/>
            </p:custDataLst>
          </p:nvPr>
        </p:nvSpPr>
        <p:spPr>
          <a:xfrm rot="10800000">
            <a:off x="3679190" y="3953510"/>
            <a:ext cx="462280" cy="565785"/>
          </a:xfrm>
          <a:custGeom>
            <a:avLst/>
            <a:gdLst>
              <a:gd name="connsiteX0" fmla="*/ 0 w 1524762"/>
              <a:gd name="connsiteY0" fmla="*/ 1314450 h 1314450"/>
              <a:gd name="connsiteX1" fmla="*/ 762381 w 1524762"/>
              <a:gd name="connsiteY1" fmla="*/ 0 h 1314450"/>
              <a:gd name="connsiteX2" fmla="*/ 1524762 w 1524762"/>
              <a:gd name="connsiteY2" fmla="*/ 1314450 h 1314450"/>
              <a:gd name="connsiteX3" fmla="*/ 0 w 1524762"/>
              <a:gd name="connsiteY3" fmla="*/ 1314450 h 1314450"/>
              <a:gd name="connsiteX0-1" fmla="*/ 0 w 1524762"/>
              <a:gd name="connsiteY0-2" fmla="*/ 1314450 h 1314450"/>
              <a:gd name="connsiteX1-3" fmla="*/ 762381 w 1524762"/>
              <a:gd name="connsiteY1-4" fmla="*/ 0 h 1314450"/>
              <a:gd name="connsiteX2-5" fmla="*/ 1524762 w 1524762"/>
              <a:gd name="connsiteY2-6" fmla="*/ 1314450 h 1314450"/>
              <a:gd name="connsiteX3-7" fmla="*/ 0 w 1524762"/>
              <a:gd name="connsiteY3-8" fmla="*/ 1314450 h 1314450"/>
              <a:gd name="connsiteX0-9" fmla="*/ 0 w 1524762"/>
              <a:gd name="connsiteY0-10" fmla="*/ 1314450 h 1314450"/>
              <a:gd name="connsiteX1-11" fmla="*/ 762381 w 1524762"/>
              <a:gd name="connsiteY1-12" fmla="*/ 0 h 1314450"/>
              <a:gd name="connsiteX2-13" fmla="*/ 1524762 w 1524762"/>
              <a:gd name="connsiteY2-14" fmla="*/ 1314450 h 1314450"/>
              <a:gd name="connsiteX3-15" fmla="*/ 0 w 1524762"/>
              <a:gd name="connsiteY3-16" fmla="*/ 1314450 h 1314450"/>
              <a:gd name="connsiteX0-17" fmla="*/ 0 w 1524762"/>
              <a:gd name="connsiteY0-18" fmla="*/ 1314450 h 1314450"/>
              <a:gd name="connsiteX1-19" fmla="*/ 762381 w 1524762"/>
              <a:gd name="connsiteY1-20" fmla="*/ 0 h 1314450"/>
              <a:gd name="connsiteX2-21" fmla="*/ 1524762 w 1524762"/>
              <a:gd name="connsiteY2-22" fmla="*/ 1314450 h 1314450"/>
              <a:gd name="connsiteX3-23" fmla="*/ 0 w 1524762"/>
              <a:gd name="connsiteY3-24" fmla="*/ 1314450 h 1314450"/>
              <a:gd name="connsiteX0-25" fmla="*/ 0 w 1524762"/>
              <a:gd name="connsiteY0-26" fmla="*/ 1314450 h 1314450"/>
              <a:gd name="connsiteX1-27" fmla="*/ 762381 w 1524762"/>
              <a:gd name="connsiteY1-28" fmla="*/ 0 h 1314450"/>
              <a:gd name="connsiteX2-29" fmla="*/ 1524762 w 1524762"/>
              <a:gd name="connsiteY2-30" fmla="*/ 1314450 h 1314450"/>
              <a:gd name="connsiteX3-31" fmla="*/ 0 w 1524762"/>
              <a:gd name="connsiteY3-32" fmla="*/ 1314450 h 1314450"/>
              <a:gd name="connsiteX0-33" fmla="*/ 0 w 1524762"/>
              <a:gd name="connsiteY0-34" fmla="*/ 1314450 h 1314450"/>
              <a:gd name="connsiteX1-35" fmla="*/ 762381 w 1524762"/>
              <a:gd name="connsiteY1-36" fmla="*/ 0 h 1314450"/>
              <a:gd name="connsiteX2-37" fmla="*/ 1524762 w 1524762"/>
              <a:gd name="connsiteY2-38" fmla="*/ 1314450 h 1314450"/>
              <a:gd name="connsiteX3-39" fmla="*/ 0 w 1524762"/>
              <a:gd name="connsiteY3-40" fmla="*/ 1314450 h 1314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4762" h="1314450">
                <a:moveTo>
                  <a:pt x="0" y="1314450"/>
                </a:moveTo>
                <a:cubicBezTo>
                  <a:pt x="597027" y="971550"/>
                  <a:pt x="641604" y="609600"/>
                  <a:pt x="762381" y="0"/>
                </a:cubicBezTo>
                <a:cubicBezTo>
                  <a:pt x="864108" y="628650"/>
                  <a:pt x="1061085" y="1028700"/>
                  <a:pt x="1524762" y="1314450"/>
                </a:cubicBezTo>
                <a:lnTo>
                  <a:pt x="0" y="131445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20000"/>
                </a:schemeClr>
              </a:gs>
              <a:gs pos="1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椭圆 105"/>
          <p:cNvSpPr/>
          <p:nvPr>
            <p:custDataLst>
              <p:tags r:id="rId25"/>
            </p:custDataLst>
          </p:nvPr>
        </p:nvSpPr>
        <p:spPr>
          <a:xfrm rot="10800000">
            <a:off x="3845560" y="4568190"/>
            <a:ext cx="130175" cy="130175"/>
          </a:xfrm>
          <a:prstGeom prst="ellipse">
            <a:avLst/>
          </a:prstGeom>
          <a:gradFill>
            <a:gsLst>
              <a:gs pos="99301">
                <a:schemeClr val="accent1">
                  <a:lumMod val="75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椭圆 106"/>
          <p:cNvSpPr/>
          <p:nvPr>
            <p:custDataLst>
              <p:tags r:id="rId26"/>
            </p:custDataLst>
          </p:nvPr>
        </p:nvSpPr>
        <p:spPr>
          <a:xfrm rot="10800000">
            <a:off x="3802380" y="4524375"/>
            <a:ext cx="216535" cy="216535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等腰三角形 7"/>
          <p:cNvSpPr/>
          <p:nvPr>
            <p:custDataLst>
              <p:tags r:id="rId27"/>
            </p:custDataLst>
          </p:nvPr>
        </p:nvSpPr>
        <p:spPr>
          <a:xfrm>
            <a:off x="8956675" y="3481705"/>
            <a:ext cx="462280" cy="565785"/>
          </a:xfrm>
          <a:custGeom>
            <a:avLst/>
            <a:gdLst>
              <a:gd name="connsiteX0" fmla="*/ 0 w 1524762"/>
              <a:gd name="connsiteY0" fmla="*/ 1314450 h 1314450"/>
              <a:gd name="connsiteX1" fmla="*/ 762381 w 1524762"/>
              <a:gd name="connsiteY1" fmla="*/ 0 h 1314450"/>
              <a:gd name="connsiteX2" fmla="*/ 1524762 w 1524762"/>
              <a:gd name="connsiteY2" fmla="*/ 1314450 h 1314450"/>
              <a:gd name="connsiteX3" fmla="*/ 0 w 1524762"/>
              <a:gd name="connsiteY3" fmla="*/ 1314450 h 1314450"/>
              <a:gd name="connsiteX0-1" fmla="*/ 0 w 1524762"/>
              <a:gd name="connsiteY0-2" fmla="*/ 1314450 h 1314450"/>
              <a:gd name="connsiteX1-3" fmla="*/ 762381 w 1524762"/>
              <a:gd name="connsiteY1-4" fmla="*/ 0 h 1314450"/>
              <a:gd name="connsiteX2-5" fmla="*/ 1524762 w 1524762"/>
              <a:gd name="connsiteY2-6" fmla="*/ 1314450 h 1314450"/>
              <a:gd name="connsiteX3-7" fmla="*/ 0 w 1524762"/>
              <a:gd name="connsiteY3-8" fmla="*/ 1314450 h 1314450"/>
              <a:gd name="connsiteX0-9" fmla="*/ 0 w 1524762"/>
              <a:gd name="connsiteY0-10" fmla="*/ 1314450 h 1314450"/>
              <a:gd name="connsiteX1-11" fmla="*/ 762381 w 1524762"/>
              <a:gd name="connsiteY1-12" fmla="*/ 0 h 1314450"/>
              <a:gd name="connsiteX2-13" fmla="*/ 1524762 w 1524762"/>
              <a:gd name="connsiteY2-14" fmla="*/ 1314450 h 1314450"/>
              <a:gd name="connsiteX3-15" fmla="*/ 0 w 1524762"/>
              <a:gd name="connsiteY3-16" fmla="*/ 1314450 h 1314450"/>
              <a:gd name="connsiteX0-17" fmla="*/ 0 w 1524762"/>
              <a:gd name="connsiteY0-18" fmla="*/ 1314450 h 1314450"/>
              <a:gd name="connsiteX1-19" fmla="*/ 762381 w 1524762"/>
              <a:gd name="connsiteY1-20" fmla="*/ 0 h 1314450"/>
              <a:gd name="connsiteX2-21" fmla="*/ 1524762 w 1524762"/>
              <a:gd name="connsiteY2-22" fmla="*/ 1314450 h 1314450"/>
              <a:gd name="connsiteX3-23" fmla="*/ 0 w 1524762"/>
              <a:gd name="connsiteY3-24" fmla="*/ 1314450 h 1314450"/>
              <a:gd name="connsiteX0-25" fmla="*/ 0 w 1524762"/>
              <a:gd name="connsiteY0-26" fmla="*/ 1314450 h 1314450"/>
              <a:gd name="connsiteX1-27" fmla="*/ 762381 w 1524762"/>
              <a:gd name="connsiteY1-28" fmla="*/ 0 h 1314450"/>
              <a:gd name="connsiteX2-29" fmla="*/ 1524762 w 1524762"/>
              <a:gd name="connsiteY2-30" fmla="*/ 1314450 h 1314450"/>
              <a:gd name="connsiteX3-31" fmla="*/ 0 w 1524762"/>
              <a:gd name="connsiteY3-32" fmla="*/ 1314450 h 1314450"/>
              <a:gd name="connsiteX0-33" fmla="*/ 0 w 1524762"/>
              <a:gd name="connsiteY0-34" fmla="*/ 1314450 h 1314450"/>
              <a:gd name="connsiteX1-35" fmla="*/ 762381 w 1524762"/>
              <a:gd name="connsiteY1-36" fmla="*/ 0 h 1314450"/>
              <a:gd name="connsiteX2-37" fmla="*/ 1524762 w 1524762"/>
              <a:gd name="connsiteY2-38" fmla="*/ 1314450 h 1314450"/>
              <a:gd name="connsiteX3-39" fmla="*/ 0 w 1524762"/>
              <a:gd name="connsiteY3-40" fmla="*/ 1314450 h 1314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4762" h="1314450">
                <a:moveTo>
                  <a:pt x="0" y="1314450"/>
                </a:moveTo>
                <a:cubicBezTo>
                  <a:pt x="597027" y="971550"/>
                  <a:pt x="641604" y="609600"/>
                  <a:pt x="762381" y="0"/>
                </a:cubicBezTo>
                <a:cubicBezTo>
                  <a:pt x="864108" y="628650"/>
                  <a:pt x="1061085" y="1028700"/>
                  <a:pt x="1524762" y="1314450"/>
                </a:cubicBezTo>
                <a:lnTo>
                  <a:pt x="0" y="131445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20000"/>
                </a:schemeClr>
              </a:gs>
              <a:gs pos="1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9" name="椭圆 108"/>
          <p:cNvSpPr/>
          <p:nvPr>
            <p:custDataLst>
              <p:tags r:id="rId28"/>
            </p:custDataLst>
          </p:nvPr>
        </p:nvSpPr>
        <p:spPr>
          <a:xfrm>
            <a:off x="9125585" y="3241675"/>
            <a:ext cx="130175" cy="130175"/>
          </a:xfrm>
          <a:prstGeom prst="ellipse">
            <a:avLst/>
          </a:prstGeom>
          <a:gradFill>
            <a:gsLst>
              <a:gs pos="99301">
                <a:schemeClr val="accent1">
                  <a:lumMod val="75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椭圆 109"/>
          <p:cNvSpPr/>
          <p:nvPr>
            <p:custDataLst>
              <p:tags r:id="rId29"/>
            </p:custDataLst>
          </p:nvPr>
        </p:nvSpPr>
        <p:spPr>
          <a:xfrm>
            <a:off x="9079230" y="3198495"/>
            <a:ext cx="216535" cy="216535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等腰三角形 7"/>
          <p:cNvSpPr/>
          <p:nvPr>
            <p:custDataLst>
              <p:tags r:id="rId30"/>
            </p:custDataLst>
          </p:nvPr>
        </p:nvSpPr>
        <p:spPr>
          <a:xfrm rot="10800000">
            <a:off x="7261860" y="4002405"/>
            <a:ext cx="462280" cy="565785"/>
          </a:xfrm>
          <a:custGeom>
            <a:avLst/>
            <a:gdLst>
              <a:gd name="connsiteX0" fmla="*/ 0 w 1524762"/>
              <a:gd name="connsiteY0" fmla="*/ 1314450 h 1314450"/>
              <a:gd name="connsiteX1" fmla="*/ 762381 w 1524762"/>
              <a:gd name="connsiteY1" fmla="*/ 0 h 1314450"/>
              <a:gd name="connsiteX2" fmla="*/ 1524762 w 1524762"/>
              <a:gd name="connsiteY2" fmla="*/ 1314450 h 1314450"/>
              <a:gd name="connsiteX3" fmla="*/ 0 w 1524762"/>
              <a:gd name="connsiteY3" fmla="*/ 1314450 h 1314450"/>
              <a:gd name="connsiteX0-1" fmla="*/ 0 w 1524762"/>
              <a:gd name="connsiteY0-2" fmla="*/ 1314450 h 1314450"/>
              <a:gd name="connsiteX1-3" fmla="*/ 762381 w 1524762"/>
              <a:gd name="connsiteY1-4" fmla="*/ 0 h 1314450"/>
              <a:gd name="connsiteX2-5" fmla="*/ 1524762 w 1524762"/>
              <a:gd name="connsiteY2-6" fmla="*/ 1314450 h 1314450"/>
              <a:gd name="connsiteX3-7" fmla="*/ 0 w 1524762"/>
              <a:gd name="connsiteY3-8" fmla="*/ 1314450 h 1314450"/>
              <a:gd name="connsiteX0-9" fmla="*/ 0 w 1524762"/>
              <a:gd name="connsiteY0-10" fmla="*/ 1314450 h 1314450"/>
              <a:gd name="connsiteX1-11" fmla="*/ 762381 w 1524762"/>
              <a:gd name="connsiteY1-12" fmla="*/ 0 h 1314450"/>
              <a:gd name="connsiteX2-13" fmla="*/ 1524762 w 1524762"/>
              <a:gd name="connsiteY2-14" fmla="*/ 1314450 h 1314450"/>
              <a:gd name="connsiteX3-15" fmla="*/ 0 w 1524762"/>
              <a:gd name="connsiteY3-16" fmla="*/ 1314450 h 1314450"/>
              <a:gd name="connsiteX0-17" fmla="*/ 0 w 1524762"/>
              <a:gd name="connsiteY0-18" fmla="*/ 1314450 h 1314450"/>
              <a:gd name="connsiteX1-19" fmla="*/ 762381 w 1524762"/>
              <a:gd name="connsiteY1-20" fmla="*/ 0 h 1314450"/>
              <a:gd name="connsiteX2-21" fmla="*/ 1524762 w 1524762"/>
              <a:gd name="connsiteY2-22" fmla="*/ 1314450 h 1314450"/>
              <a:gd name="connsiteX3-23" fmla="*/ 0 w 1524762"/>
              <a:gd name="connsiteY3-24" fmla="*/ 1314450 h 1314450"/>
              <a:gd name="connsiteX0-25" fmla="*/ 0 w 1524762"/>
              <a:gd name="connsiteY0-26" fmla="*/ 1314450 h 1314450"/>
              <a:gd name="connsiteX1-27" fmla="*/ 762381 w 1524762"/>
              <a:gd name="connsiteY1-28" fmla="*/ 0 h 1314450"/>
              <a:gd name="connsiteX2-29" fmla="*/ 1524762 w 1524762"/>
              <a:gd name="connsiteY2-30" fmla="*/ 1314450 h 1314450"/>
              <a:gd name="connsiteX3-31" fmla="*/ 0 w 1524762"/>
              <a:gd name="connsiteY3-32" fmla="*/ 1314450 h 1314450"/>
              <a:gd name="connsiteX0-33" fmla="*/ 0 w 1524762"/>
              <a:gd name="connsiteY0-34" fmla="*/ 1314450 h 1314450"/>
              <a:gd name="connsiteX1-35" fmla="*/ 762381 w 1524762"/>
              <a:gd name="connsiteY1-36" fmla="*/ 0 h 1314450"/>
              <a:gd name="connsiteX2-37" fmla="*/ 1524762 w 1524762"/>
              <a:gd name="connsiteY2-38" fmla="*/ 1314450 h 1314450"/>
              <a:gd name="connsiteX3-39" fmla="*/ 0 w 1524762"/>
              <a:gd name="connsiteY3-40" fmla="*/ 1314450 h 1314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4762" h="1314450">
                <a:moveTo>
                  <a:pt x="0" y="1314450"/>
                </a:moveTo>
                <a:cubicBezTo>
                  <a:pt x="597027" y="971550"/>
                  <a:pt x="641604" y="609600"/>
                  <a:pt x="762381" y="0"/>
                </a:cubicBezTo>
                <a:cubicBezTo>
                  <a:pt x="864108" y="628650"/>
                  <a:pt x="1061085" y="1028700"/>
                  <a:pt x="1524762" y="1314450"/>
                </a:cubicBezTo>
                <a:lnTo>
                  <a:pt x="0" y="131445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20000"/>
                </a:schemeClr>
              </a:gs>
              <a:gs pos="1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5" name="椭圆 114"/>
          <p:cNvSpPr/>
          <p:nvPr>
            <p:custDataLst>
              <p:tags r:id="rId31"/>
            </p:custDataLst>
          </p:nvPr>
        </p:nvSpPr>
        <p:spPr>
          <a:xfrm rot="10800000">
            <a:off x="7428230" y="4617085"/>
            <a:ext cx="130175" cy="130175"/>
          </a:xfrm>
          <a:prstGeom prst="ellipse">
            <a:avLst/>
          </a:prstGeom>
          <a:gradFill>
            <a:gsLst>
              <a:gs pos="99301">
                <a:schemeClr val="accent1">
                  <a:lumMod val="75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椭圆 115"/>
          <p:cNvSpPr/>
          <p:nvPr>
            <p:custDataLst>
              <p:tags r:id="rId32"/>
            </p:custDataLst>
          </p:nvPr>
        </p:nvSpPr>
        <p:spPr>
          <a:xfrm rot="10800000">
            <a:off x="7385050" y="4573270"/>
            <a:ext cx="216535" cy="216535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>
            <p:custDataLst>
              <p:tags r:id="rId3"/>
            </p:custDataLst>
          </p:nvPr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93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02</a:t>
            </a:r>
            <a:endParaRPr kumimoji="0" lang="en-US" altLang="zh-CN" sz="93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>
            <p:custDataLst>
              <p:tags r:id="rId4"/>
            </p:custDataLst>
          </p:nvPr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数据与基线方案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>
              <p:custDataLst>
                <p:tags r:id="rId5"/>
              </p:custDataLst>
            </p:nvPr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6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数据集分析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graphicFrame>
        <p:nvGraphicFramePr>
          <p:cNvPr id="64" name="Table 4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4665" y="1757045"/>
          <a:ext cx="6122670" cy="396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195"/>
                <a:gridCol w="3673475"/>
              </a:tblGrid>
              <a:tr h="5657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项目</a:t>
                      </a:r>
                      <a:endParaRPr sz="1600" b="1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说明</a:t>
                      </a:r>
                      <a:endParaRPr sz="1600" b="1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训练集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  <a:cs typeface="微软雅黑" panose="020B0503020204020204" charset="-122"/>
                        </a:rPr>
                        <a:t>12,568张</a:t>
                      </a:r>
                      <a:endParaRPr sz="16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测试集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  <a:cs typeface="微软雅黑" panose="020B0503020204020204" charset="-122"/>
                        </a:rPr>
                        <a:t>5,506张</a:t>
                      </a:r>
                      <a:endParaRPr sz="16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图像尺寸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  <a:cs typeface="微软雅黑" panose="020B0503020204020204" charset="-122"/>
                        </a:rPr>
                        <a:t>1600 × 256 像素</a:t>
                      </a:r>
                      <a:endParaRPr sz="16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任务类型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语义分割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缺陷类别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  <a:cs typeface="微软雅黑" panose="020B0503020204020204" charset="-122"/>
                        </a:rPr>
                        <a:t>4类（Class 1-4）</a:t>
                      </a:r>
                      <a:endParaRPr sz="16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</a:rPr>
                        <a:t>评估指标</a:t>
                      </a:r>
                      <a:endParaRPr sz="16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 b="1">
                          <a:ea typeface="微软雅黑" panose="020B0503020204020204" charset="-122"/>
                          <a:cs typeface="微软雅黑" panose="020B0503020204020204" charset="-122"/>
                        </a:rPr>
                        <a:t>Dice系数</a:t>
                      </a:r>
                      <a:endParaRPr sz="16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494665" y="1388745"/>
            <a:ext cx="6122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数据集内容概览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7430" y="1388745"/>
            <a:ext cx="3740150" cy="3717925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6955155" y="5421630"/>
            <a:ext cx="4583430" cy="6546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训练集：12,568张 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测试集：5,506张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RLE</a:t>
            </a: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编码规则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720" y="1388745"/>
            <a:ext cx="4663440" cy="414591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320155" y="1648460"/>
            <a:ext cx="5045710" cy="3884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RLE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是一种为了节省存储空间而生的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数据压缩格式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，而在本次竞赛中，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RLE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的使用有非常严格的特定规则：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格式定义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RLE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数据是一串由空格分隔的数字对。例如，"1 3" 表示从像素1开始，连续3个像素（即像素 1, 2, 3）都属于缺陷区域。多个连续的缺陷段会依次列出，如 "1 3 10 5" 代表像素 1,2,3 和 10,11,12,13,14 是缺陷。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像素编号顺序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：图像的像素不是我们直觉上的“行优先”，而是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列优先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（从上到下，从左到右）。这意味着，对于一张 255 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255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的图像，编号1是左上角像素 (1,1)，编号2是它下面的像素 (2,1)，而编号256才是第二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列的第一个像素 (1,2)。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数据集的</a:t>
            </a: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分类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l="6890" r="18866"/>
          <a:stretch>
            <a:fillRect/>
          </a:stretch>
        </p:blipFill>
        <p:spPr>
          <a:xfrm>
            <a:off x="936625" y="1762760"/>
            <a:ext cx="2499360" cy="18770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rcRect l="12004" r="13733"/>
          <a:stretch>
            <a:fillRect/>
          </a:stretch>
        </p:blipFill>
        <p:spPr>
          <a:xfrm>
            <a:off x="3464560" y="1762760"/>
            <a:ext cx="2499995" cy="18757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rcRect l="7081" r="16619"/>
          <a:stretch>
            <a:fillRect/>
          </a:stretch>
        </p:blipFill>
        <p:spPr>
          <a:xfrm>
            <a:off x="929005" y="3721100"/>
            <a:ext cx="2506980" cy="2030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rcRect l="8399" r="15201"/>
          <a:stretch>
            <a:fillRect/>
          </a:stretch>
        </p:blipFill>
        <p:spPr>
          <a:xfrm>
            <a:off x="3464560" y="3721100"/>
            <a:ext cx="2510790" cy="2030730"/>
          </a:xfrm>
          <a:prstGeom prst="rect">
            <a:avLst/>
          </a:prstGeom>
        </p:spPr>
      </p:pic>
      <p:grpSp>
        <p:nvGrpSpPr>
          <p:cNvPr id="10" name="组合 9" descr="7b0a202020202274657874626f78223a20227b5c2269645c223a32303334383537382c5c227469645c223a5c225c227d220a7d0a"/>
          <p:cNvGrpSpPr/>
          <p:nvPr>
            <p:custDataLst>
              <p:tags r:id="rId11"/>
            </p:custDataLst>
          </p:nvPr>
        </p:nvGrpSpPr>
        <p:grpSpPr>
          <a:xfrm>
            <a:off x="6167755" y="3881120"/>
            <a:ext cx="5673090" cy="1918270"/>
            <a:chOff x="5515" y="3590"/>
            <a:chExt cx="8171" cy="3621"/>
          </a:xfrm>
        </p:grpSpPr>
        <p:sp>
          <p:nvSpPr>
            <p:cNvPr id="11" name="矩形 10"/>
            <p:cNvSpPr/>
            <p:nvPr/>
          </p:nvSpPr>
          <p:spPr>
            <a:xfrm>
              <a:off x="5515" y="3590"/>
              <a:ext cx="8171" cy="3621"/>
            </a:xfrm>
            <a:prstGeom prst="rect">
              <a:avLst/>
            </a:prstGeom>
            <a:solidFill>
              <a:srgbClr val="F9FC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斜纹 13"/>
            <p:cNvSpPr/>
            <p:nvPr/>
          </p:nvSpPr>
          <p:spPr>
            <a:xfrm rot="10800000">
              <a:off x="13066" y="6505"/>
              <a:ext cx="620" cy="706"/>
            </a:xfrm>
            <a:prstGeom prst="diagStripe">
              <a:avLst>
                <a:gd name="adj" fmla="val 65000"/>
              </a:avLst>
            </a:prstGeom>
            <a:solidFill>
              <a:srgbClr val="337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斜纹 11"/>
            <p:cNvSpPr/>
            <p:nvPr/>
          </p:nvSpPr>
          <p:spPr>
            <a:xfrm>
              <a:off x="5517" y="3590"/>
              <a:ext cx="620" cy="706"/>
            </a:xfrm>
            <a:prstGeom prst="diagStripe">
              <a:avLst>
                <a:gd name="adj" fmla="val 65000"/>
              </a:avLst>
            </a:prstGeom>
            <a:solidFill>
              <a:srgbClr val="337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6012" y="3831"/>
              <a:ext cx="7180" cy="3380"/>
            </a:xfrm>
            <a:prstGeom prst="rect">
              <a:avLst/>
            </a:prstGeom>
            <a:noFill/>
          </p:spPr>
          <p:txBody>
            <a:bodyPr wrap="square" rtlCol="0" anchor="ctr" anchorCtr="0"/>
            <a:p>
              <a:pPr indent="0" algn="l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第一，类别极不平衡。 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模型会天然偏向多数类，对少数类几乎学不到有效特征。所以我们选择了 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Dice Loss，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它对类别不平衡天然鲁棒。</a:t>
              </a:r>
              <a:endPara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0" algn="l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第二，缺陷细长、不规则。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缺陷不是规则的方块，而是细长的裂纹、簇状的麻点。有些缺陷只有几个像素宽，但几百个像素长</a:t>
              </a:r>
              <a:endPara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0" algn="l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第三，</a:t>
              </a:r>
              <a:r>
                <a:rPr lang="en-US" altLang="zh-CN" sz="12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RLE </a:t>
              </a:r>
              <a:r>
                <a:rPr lang="zh-CN" altLang="en-US" sz="12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格式极易出错。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列优先、像素从1计数、空 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RLE 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留空、每张图四行——任何一个细节出错，提交直接无效。</a:t>
              </a:r>
              <a:endPara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aphicFrame>
        <p:nvGraphicFramePr>
          <p:cNvPr id="16" name="Table 14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6155690" y="1762760"/>
          <a:ext cx="5701030" cy="191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325"/>
                <a:gridCol w="1622425"/>
                <a:gridCol w="3383280"/>
              </a:tblGrid>
              <a:tr h="37147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类别</a:t>
                      </a:r>
                      <a:endParaRPr sz="1200" b="1"/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缺陷类型</a:t>
                      </a:r>
                      <a:endParaRPr sz="1200" b="1"/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主要成因</a:t>
                      </a:r>
                      <a:endParaRPr sz="1200" b="1"/>
                    </a:p>
                  </a:txBody>
                  <a:tcPr>
                    <a:solidFill>
                      <a:srgbClr val="024282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Class 1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划痕/轧痕 (Crazing)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轧制过程中辊面缺陷或异物导致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Class 2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夹杂物/麻点 (Inclusion)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炼钢过程中残留的非金属夹杂物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Class 3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裂纹/裂缝 (Scratches)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应力集中、热加工不当或材料疲劳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Class 4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氧化皮/污渍 (Patches)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/>
                        <a:t>表面氧化或腐蚀产物</a:t>
                      </a:r>
                      <a:endParaRPr sz="1200" b="1"/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>
                <a:solidFill>
                  <a:srgbClr val="17375E"/>
                </a:solidFill>
                <a:sym typeface="+mn-ea"/>
              </a:rPr>
              <a:t>Baseline：U-Net + ResNet34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395" y="937260"/>
            <a:ext cx="11878945" cy="5082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>
                <a:solidFill>
                  <a:srgbClr val="17375E"/>
                </a:solidFill>
                <a:sym typeface="+mn-ea"/>
              </a:rPr>
              <a:t>Ba</a:t>
            </a:r>
            <a:r>
              <a:rPr>
                <a:solidFill>
                  <a:srgbClr val="17375E"/>
                </a:solidFill>
                <a:sym typeface="+mn-ea"/>
              </a:rPr>
              <a:t>seline：U-Net + ResNet34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graphicFrame>
        <p:nvGraphicFramePr>
          <p:cNvPr id="59" name="Table 14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392430" y="1765300"/>
          <a:ext cx="403225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241681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endParaRPr lang="zh-CN" sz="160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60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项目</a:t>
                      </a:r>
                      <a:endParaRPr lang="zh-CN" sz="160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endParaRPr lang="zh-CN" sz="160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60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配置</a:t>
                      </a:r>
                      <a:endParaRPr lang="zh-CN" sz="160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损失函数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BCEWithLogitsLoss + Dice Loss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优化器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AdamW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4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学习率调度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ReduceLROnPlateau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训练轮数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600">
                          <a:ea typeface="微软雅黑" panose="020B0503020204020204" charset="-122"/>
                        </a:rPr>
                        <a:t>15</a:t>
                      </a:r>
                      <a:r>
                        <a:rPr sz="1600">
                          <a:ea typeface="微软雅黑" panose="020B0503020204020204" charset="-122"/>
                        </a:rPr>
                        <a:t> epochs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</a:rPr>
                        <a:t>混合精度</a:t>
                      </a:r>
                      <a:endParaRPr sz="16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6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>
                          <a:ea typeface="微软雅黑" panose="020B0503020204020204" charset="-122"/>
                          <a:cs typeface="微软雅黑" panose="020B0503020204020204" charset="-122"/>
                        </a:rPr>
                        <a:t>AMP（加速Kaggle训练）</a:t>
                      </a:r>
                      <a:endParaRPr sz="16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824220" y="1162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16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5613302" y="1709738"/>
          <a:ext cx="4975860" cy="142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735"/>
                <a:gridCol w="2016125"/>
              </a:tblGrid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600" spc="12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指标</a:t>
                      </a:r>
                      <a:endParaRPr lang="zh-CN" sz="1600" spc="12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600" spc="120">
                          <a:solidFill>
                            <a:schemeClr val="bg1"/>
                          </a:solidFill>
                          <a:ea typeface="微软雅黑" panose="020B0503020204020204" charset="-122"/>
                        </a:rPr>
                        <a:t>分数</a:t>
                      </a:r>
                      <a:endParaRPr lang="zh-CN" sz="1600" spc="120">
                        <a:solidFill>
                          <a:schemeClr val="bg1"/>
                        </a:solidFill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024282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本地 Val Dice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0.</a:t>
                      </a:r>
                      <a:r>
                        <a:rPr lang="en-US" sz="1400">
                          <a:ea typeface="微软雅黑" panose="020B0503020204020204" charset="-122"/>
                        </a:rPr>
                        <a:t>6450</a:t>
                      </a:r>
                      <a:endParaRPr lang="en-US" sz="1400"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E8EDF2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Kaggle Public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0.80548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E8EDF2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Kaggle Private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0.84233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 marL="254000" marR="254000" marT="25400" marB="25400" anchor="ctr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2430" y="11671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关键配置：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1"/>
          <p:cNvSpPr/>
          <p:nvPr>
            <p:custDataLst>
              <p:tags r:id="rId9"/>
            </p:custDataLst>
          </p:nvPr>
        </p:nvSpPr>
        <p:spPr>
          <a:xfrm>
            <a:off x="6585585" y="3357245"/>
            <a:ext cx="5333365" cy="9715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针对钢板缺陷等细长目标的像素级分割需求，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U-Net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跳跃连接保留浅层边缘纹理信息，结构简洁稳定，适合消融实验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圆角矩形 6"/>
          <p:cNvSpPr/>
          <p:nvPr>
            <p:custDataLst>
              <p:tags r:id="rId10"/>
            </p:custDataLst>
          </p:nvPr>
        </p:nvSpPr>
        <p:spPr>
          <a:xfrm flipH="1">
            <a:off x="4944745" y="3555365"/>
            <a:ext cx="1391920" cy="574675"/>
          </a:xfrm>
          <a:prstGeom prst="roundRect">
            <a:avLst>
              <a:gd name="adj" fmla="val 50000"/>
            </a:avLst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U-Net</a:t>
            </a:r>
            <a:endParaRPr lang="zh-CN" altLang="en-US" sz="16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2"/>
          <p:cNvSpPr/>
          <p:nvPr>
            <p:custDataLst>
              <p:tags r:id="rId11"/>
            </p:custDataLst>
          </p:nvPr>
        </p:nvSpPr>
        <p:spPr>
          <a:xfrm>
            <a:off x="6584950" y="4364355"/>
            <a:ext cx="5398770" cy="8115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Kaggle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小时可完成实验；大小适中，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预训练权重成熟，助力小数据快速收敛。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3"/>
          <p:cNvSpPr/>
          <p:nvPr>
            <p:custDataLst>
              <p:tags r:id="rId12"/>
            </p:custDataLst>
          </p:nvPr>
        </p:nvSpPr>
        <p:spPr>
          <a:xfrm>
            <a:off x="6584950" y="5264785"/>
            <a:ext cx="5398770" cy="9715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U-Net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提供分割框架，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ResNet34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强化特征提取，预训练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跳跃连接兼具迁移学习与细节保留优势，是工业缺陷检测三者平衡的最优解。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6"/>
          <p:cNvSpPr/>
          <p:nvPr>
            <p:custDataLst>
              <p:tags r:id="rId13"/>
            </p:custDataLst>
          </p:nvPr>
        </p:nvSpPr>
        <p:spPr>
          <a:xfrm flipH="1">
            <a:off x="4944745" y="4480560"/>
            <a:ext cx="1391920" cy="574675"/>
          </a:xfrm>
          <a:prstGeom prst="roundRect">
            <a:avLst>
              <a:gd name="adj" fmla="val 50000"/>
            </a:avLst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16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ResNet34</a:t>
            </a:r>
            <a:endParaRPr lang="zh-CN" altLang="en-US" sz="16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圆角矩形 6"/>
          <p:cNvSpPr/>
          <p:nvPr>
            <p:custDataLst>
              <p:tags r:id="rId14"/>
            </p:custDataLst>
          </p:nvPr>
        </p:nvSpPr>
        <p:spPr>
          <a:xfrm flipH="1">
            <a:off x="4944745" y="5405755"/>
            <a:ext cx="1391920" cy="574675"/>
          </a:xfrm>
          <a:prstGeom prst="roundRect">
            <a:avLst>
              <a:gd name="adj" fmla="val 50000"/>
            </a:avLst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组合使用</a:t>
            </a:r>
            <a:endParaRPr lang="zh-CN" altLang="en-US" sz="16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工程流程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7297103" y="1871345"/>
            <a:ext cx="1717200" cy="732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加载最佳模型，预测测试集概率图，阈值0.5二值化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>
            <p:custDataLst>
              <p:tags r:id="rId8"/>
            </p:custDataLst>
          </p:nvPr>
        </p:nvSpPr>
        <p:spPr>
          <a:xfrm>
            <a:off x="4371975" y="1871345"/>
            <a:ext cx="2059305" cy="732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U-Net + ResNet34，BCE+Dice Loss，AdamW，15-25 epochs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>
            <p:custDataLst>
              <p:tags r:id="rId9"/>
            </p:custDataLst>
          </p:nvPr>
        </p:nvSpPr>
        <p:spPr>
          <a:xfrm>
            <a:off x="4370388" y="1097915"/>
            <a:ext cx="1718310" cy="6991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模型训练</a:t>
            </a:r>
            <a:endParaRPr lang="zh-CN" altLang="en-US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5843270" y="4796790"/>
            <a:ext cx="1717200" cy="732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计算验证集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Dice，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保存最佳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models/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8771255" y="4796790"/>
            <a:ext cx="1717200" cy="732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将预测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RLE，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生成两列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CSV（ImageId_ClassId, EncodedPixels）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2915285" y="4796790"/>
            <a:ext cx="1717200" cy="732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水平翻转、随机旋转、颜色抖动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1461770" y="1871345"/>
            <a:ext cx="2002155" cy="732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train.csv，RLE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解码为4通道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image_id + 4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14"/>
            </p:custDataLst>
          </p:nvPr>
        </p:nvSpPr>
        <p:spPr>
          <a:xfrm>
            <a:off x="5843270" y="4130675"/>
            <a:ext cx="1735455" cy="56959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验证评估</a:t>
            </a:r>
            <a:endParaRPr lang="zh-CN" altLang="en-US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8770620" y="4130675"/>
            <a:ext cx="1735455" cy="56959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提交生成</a:t>
            </a:r>
            <a:endParaRPr lang="zh-CN" altLang="en-US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6"/>
            </p:custDataLst>
          </p:nvPr>
        </p:nvSpPr>
        <p:spPr>
          <a:xfrm>
            <a:off x="2910205" y="4130675"/>
            <a:ext cx="1735455" cy="56959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数据增强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7"/>
            </p:custDataLst>
          </p:nvPr>
        </p:nvSpPr>
        <p:spPr>
          <a:xfrm>
            <a:off x="1460500" y="1097915"/>
            <a:ext cx="1718310" cy="6991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数据读取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8"/>
            </p:custDataLst>
          </p:nvPr>
        </p:nvCxnSpPr>
        <p:spPr>
          <a:xfrm flipV="1">
            <a:off x="1238250" y="1691640"/>
            <a:ext cx="0" cy="1152525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9"/>
            </p:custDataLst>
          </p:nvPr>
        </p:nvCxnSpPr>
        <p:spPr>
          <a:xfrm flipV="1">
            <a:off x="4164330" y="1661160"/>
            <a:ext cx="0" cy="1152525"/>
          </a:xfrm>
          <a:prstGeom prst="line">
            <a:avLst/>
          </a:prstGeom>
          <a:ln>
            <a:solidFill>
              <a:schemeClr val="accent3">
                <a:shade val="95000"/>
                <a:satMod val="10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20"/>
            </p:custDataLst>
          </p:nvPr>
        </p:nvCxnSpPr>
        <p:spPr>
          <a:xfrm flipV="1">
            <a:off x="7091045" y="1661160"/>
            <a:ext cx="0" cy="1152525"/>
          </a:xfrm>
          <a:prstGeom prst="line">
            <a:avLst/>
          </a:prstGeom>
          <a:ln>
            <a:solidFill>
              <a:schemeClr val="accent5">
                <a:shade val="95000"/>
                <a:satMod val="10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21"/>
            </p:custDataLst>
          </p:nvPr>
        </p:nvCxnSpPr>
        <p:spPr>
          <a:xfrm rot="10800000" flipV="1">
            <a:off x="8554085" y="4071620"/>
            <a:ext cx="0" cy="1152525"/>
          </a:xfrm>
          <a:prstGeom prst="line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22"/>
            </p:custDataLst>
          </p:nvPr>
        </p:nvCxnSpPr>
        <p:spPr>
          <a:xfrm rot="10800000" flipV="1">
            <a:off x="5630545" y="4071620"/>
            <a:ext cx="0" cy="1152525"/>
          </a:xfrm>
          <a:prstGeom prst="line">
            <a:avLst/>
          </a:prstGeom>
          <a:ln>
            <a:solidFill>
              <a:schemeClr val="accent4">
                <a:shade val="95000"/>
                <a:satMod val="10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23"/>
            </p:custDataLst>
          </p:nvPr>
        </p:nvCxnSpPr>
        <p:spPr>
          <a:xfrm rot="10800000" flipV="1">
            <a:off x="2693670" y="4071620"/>
            <a:ext cx="0" cy="1152525"/>
          </a:xfrm>
          <a:prstGeom prst="line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任意多边形 35"/>
          <p:cNvSpPr/>
          <p:nvPr>
            <p:custDataLst>
              <p:tags r:id="rId24"/>
            </p:custDataLst>
          </p:nvPr>
        </p:nvSpPr>
        <p:spPr>
          <a:xfrm>
            <a:off x="1234440" y="2784475"/>
            <a:ext cx="970915" cy="1269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29" h="1999">
                <a:moveTo>
                  <a:pt x="0" y="0"/>
                </a:moveTo>
                <a:lnTo>
                  <a:pt x="1529" y="0"/>
                </a:lnTo>
                <a:lnTo>
                  <a:pt x="1529" y="1999"/>
                </a:lnTo>
                <a:lnTo>
                  <a:pt x="764" y="1514"/>
                </a:lnTo>
                <a:lnTo>
                  <a:pt x="0" y="19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lumOff val="1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7950" tIns="107950" rIns="107950" bIns="10795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800" b="1" dirty="0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alpha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01</a:t>
            </a:r>
            <a:endParaRPr lang="en-US" altLang="zh-CN" sz="28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1">
                    <a:alpha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25"/>
            </p:custDataLst>
          </p:nvPr>
        </p:nvSpPr>
        <p:spPr>
          <a:xfrm>
            <a:off x="2693670" y="2784475"/>
            <a:ext cx="970915" cy="1289050"/>
          </a:xfrm>
          <a:prstGeom prst="rect">
            <a:avLst/>
          </a:pr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7950" tIns="107950" rIns="107950" bIns="10795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alpha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02</a:t>
            </a:r>
            <a:endParaRPr lang="en-US" altLang="zh-CN" sz="2800" b="1">
              <a:solidFill>
                <a:srgbClr val="FFFFFF"/>
              </a:solidFill>
              <a:effectLst>
                <a:outerShdw blurRad="50800" dist="38100" dir="5400000" algn="t" rotWithShape="0">
                  <a:schemeClr val="accent2">
                    <a:alpha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26"/>
            </p:custDataLst>
          </p:nvPr>
        </p:nvSpPr>
        <p:spPr>
          <a:xfrm>
            <a:off x="4160520" y="2784475"/>
            <a:ext cx="970915" cy="1289050"/>
          </a:xfrm>
          <a:prstGeom prst="rect">
            <a:avLst/>
          </a:prstGeom>
          <a:gradFill>
            <a:gsLst>
              <a:gs pos="0">
                <a:schemeClr val="accent3">
                  <a:lumMod val="90000"/>
                  <a:lumOff val="10000"/>
                  <a:alpha val="100000"/>
                </a:schemeClr>
              </a:gs>
              <a:gs pos="70000">
                <a:schemeClr val="accent3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7950" tIns="107950" rIns="107950" bIns="10795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3">
                      <a:alpha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03</a:t>
            </a:r>
            <a:endParaRPr lang="en-US" altLang="zh-CN" sz="2800" b="1">
              <a:solidFill>
                <a:srgbClr val="FFFFFF"/>
              </a:solidFill>
              <a:effectLst>
                <a:outerShdw blurRad="50800" dist="38100" dir="5400000" algn="t" rotWithShape="0">
                  <a:schemeClr val="accent3">
                    <a:alpha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27"/>
            </p:custDataLst>
          </p:nvPr>
        </p:nvSpPr>
        <p:spPr>
          <a:xfrm>
            <a:off x="5627370" y="2784475"/>
            <a:ext cx="970915" cy="1289050"/>
          </a:xfrm>
          <a:prstGeom prst="rect">
            <a:avLst/>
          </a:pr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70000">
                <a:schemeClr val="accent4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7950" tIns="107950" rIns="107950" bIns="10795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4">
                      <a:alpha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04</a:t>
            </a:r>
            <a:endParaRPr lang="en-US" altLang="zh-CN" sz="2800" b="1">
              <a:solidFill>
                <a:srgbClr val="FFFFFF"/>
              </a:solidFill>
              <a:effectLst>
                <a:outerShdw blurRad="50800" dist="38100" dir="5400000" algn="t" rotWithShape="0">
                  <a:schemeClr val="accent4">
                    <a:alpha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28"/>
            </p:custDataLst>
          </p:nvPr>
        </p:nvSpPr>
        <p:spPr>
          <a:xfrm>
            <a:off x="7086600" y="2784475"/>
            <a:ext cx="970915" cy="1289050"/>
          </a:xfrm>
          <a:prstGeom prst="rect">
            <a:avLst/>
          </a:prstGeom>
          <a:gradFill>
            <a:gsLst>
              <a:gs pos="0">
                <a:schemeClr val="accent5">
                  <a:lumMod val="90000"/>
                  <a:lumOff val="10000"/>
                  <a:alpha val="100000"/>
                </a:schemeClr>
              </a:gs>
              <a:gs pos="70000">
                <a:schemeClr val="accent5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7950" tIns="107950" rIns="107950" bIns="10795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800" b="1" dirty="0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5">
                      <a:alpha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05</a:t>
            </a:r>
            <a:endParaRPr lang="en-US" altLang="zh-CN" sz="28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5">
                    <a:alpha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29"/>
            </p:custDataLst>
          </p:nvPr>
        </p:nvSpPr>
        <p:spPr>
          <a:xfrm>
            <a:off x="8553450" y="2784475"/>
            <a:ext cx="970915" cy="1289050"/>
          </a:xfrm>
          <a:prstGeom prst="rect">
            <a:avLst/>
          </a:prstGeom>
          <a:gradFill>
            <a:gsLst>
              <a:gs pos="0">
                <a:schemeClr val="accent6">
                  <a:lumMod val="90000"/>
                  <a:lumOff val="10000"/>
                  <a:alpha val="100000"/>
                </a:schemeClr>
              </a:gs>
              <a:gs pos="70000">
                <a:schemeClr val="accent6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7950" tIns="107950" rIns="107950" bIns="10795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800" b="1" dirty="0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alpha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06</a:t>
            </a:r>
            <a:endParaRPr lang="en-US" altLang="zh-CN" sz="28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6">
                    <a:alpha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2" name="平行四边形 41"/>
          <p:cNvSpPr/>
          <p:nvPr>
            <p:custDataLst>
              <p:tags r:id="rId30"/>
            </p:custDataLst>
          </p:nvPr>
        </p:nvSpPr>
        <p:spPr>
          <a:xfrm rot="5400000">
            <a:off x="1800860" y="3180715"/>
            <a:ext cx="1289685" cy="496570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平行四边形 46"/>
          <p:cNvSpPr/>
          <p:nvPr>
            <p:custDataLst>
              <p:tags r:id="rId31"/>
            </p:custDataLst>
          </p:nvPr>
        </p:nvSpPr>
        <p:spPr>
          <a:xfrm rot="5400000">
            <a:off x="3267710" y="3180715"/>
            <a:ext cx="1289685" cy="496570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3">
                  <a:alpha val="100000"/>
                </a:schemeClr>
              </a:gs>
              <a:gs pos="0">
                <a:schemeClr val="accent3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平行四边形 47"/>
          <p:cNvSpPr/>
          <p:nvPr>
            <p:custDataLst>
              <p:tags r:id="rId32"/>
            </p:custDataLst>
          </p:nvPr>
        </p:nvSpPr>
        <p:spPr>
          <a:xfrm rot="5400000">
            <a:off x="4734560" y="3180715"/>
            <a:ext cx="1289685" cy="496570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4">
                  <a:alpha val="100000"/>
                </a:schemeClr>
              </a:gs>
              <a:gs pos="0">
                <a:schemeClr val="accent4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平行四边形 48"/>
          <p:cNvSpPr/>
          <p:nvPr>
            <p:custDataLst>
              <p:tags r:id="rId33"/>
            </p:custDataLst>
          </p:nvPr>
        </p:nvSpPr>
        <p:spPr>
          <a:xfrm rot="5400000">
            <a:off x="6200775" y="3180715"/>
            <a:ext cx="1289685" cy="496570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5">
                  <a:alpha val="100000"/>
                </a:schemeClr>
              </a:gs>
              <a:gs pos="0">
                <a:schemeClr val="accent5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平行四边形 49"/>
          <p:cNvSpPr/>
          <p:nvPr>
            <p:custDataLst>
              <p:tags r:id="rId34"/>
            </p:custDataLst>
          </p:nvPr>
        </p:nvSpPr>
        <p:spPr>
          <a:xfrm rot="5400000">
            <a:off x="7660640" y="3180715"/>
            <a:ext cx="1289685" cy="496570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6">
                  <a:alpha val="100000"/>
                </a:schemeClr>
              </a:gs>
              <a:gs pos="0">
                <a:schemeClr val="accent6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平行四边形 50"/>
          <p:cNvSpPr/>
          <p:nvPr>
            <p:custDataLst>
              <p:tags r:id="rId35"/>
            </p:custDataLst>
          </p:nvPr>
        </p:nvSpPr>
        <p:spPr>
          <a:xfrm rot="5400000">
            <a:off x="9218295" y="3089275"/>
            <a:ext cx="1020445" cy="410845"/>
          </a:xfrm>
          <a:prstGeom prst="parallelogram">
            <a:avLst>
              <a:gd name="adj" fmla="val 80370"/>
            </a:avLst>
          </a:prstGeom>
          <a:gradFill>
            <a:gsLst>
              <a:gs pos="100000">
                <a:schemeClr val="accent6">
                  <a:alpha val="100000"/>
                </a:schemeClr>
              </a:gs>
              <a:gs pos="0">
                <a:schemeClr val="accent6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右箭头 51"/>
          <p:cNvSpPr/>
          <p:nvPr>
            <p:custDataLst>
              <p:tags r:id="rId36"/>
            </p:custDataLst>
          </p:nvPr>
        </p:nvSpPr>
        <p:spPr>
          <a:xfrm>
            <a:off x="9933940" y="2977515"/>
            <a:ext cx="867410" cy="964565"/>
          </a:xfrm>
          <a:prstGeom prst="rightArrow">
            <a:avLst>
              <a:gd name="adj1" fmla="val 71222"/>
              <a:gd name="adj2" fmla="val 72076"/>
            </a:avLst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lumMod val="90000"/>
                  <a:alpha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矩形 55"/>
          <p:cNvSpPr/>
          <p:nvPr>
            <p:custDataLst>
              <p:tags r:id="rId37"/>
            </p:custDataLst>
          </p:nvPr>
        </p:nvSpPr>
        <p:spPr>
          <a:xfrm>
            <a:off x="7378383" y="1097915"/>
            <a:ext cx="1718310" cy="6991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推理预测</a:t>
            </a:r>
            <a:endParaRPr lang="zh-CN" altLang="en-US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>
            <p:custDataLst>
              <p:tags r:id="rId3"/>
            </p:custDataLst>
          </p:nvPr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93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03</a:t>
            </a:r>
            <a:endParaRPr kumimoji="0" lang="en-US" altLang="zh-CN" sz="93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>
            <p:custDataLst>
              <p:tags r:id="rId4"/>
            </p:custDataLst>
          </p:nvPr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优化与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消融实验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>
              <p:custDataLst>
                <p:tags r:id="rId5"/>
              </p:custDataLst>
            </p:nvPr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6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优化策略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5" name="文本占位符 26"/>
          <p:cNvSpPr txBox="1"/>
          <p:nvPr>
            <p:custDataLst>
              <p:tags r:id="rId7"/>
            </p:custDataLst>
          </p:nvPr>
        </p:nvSpPr>
        <p:spPr>
          <a:xfrm>
            <a:off x="1042910" y="1447662"/>
            <a:ext cx="1255880" cy="364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cs typeface="+mn-cs"/>
              </a:rPr>
              <a:t>数据增强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6" name="文本占位符 27"/>
          <p:cNvSpPr txBox="1"/>
          <p:nvPr>
            <p:custDataLst>
              <p:tags r:id="rId8"/>
            </p:custDataLst>
          </p:nvPr>
        </p:nvSpPr>
        <p:spPr>
          <a:xfrm>
            <a:off x="624080" y="2941472"/>
            <a:ext cx="2378275" cy="2935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+mn-cs"/>
              </a:rPr>
              <a:t>在工业缺陷场景中，缺陷形态多变，数据增强可提升模型泛化能力，翻转、旋转等几何变换能让模型学习到缺陷的旋转不变性，颜色抖动可模拟不同光照条件下的钢板图像，提高鲁棒性。但过强的几何变换可能破坏缺陷的连续性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+mn-cs"/>
              </a:rPr>
              <a:t>              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+mn-cs"/>
              </a:rPr>
              <a:t>设计思路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+mn-cs"/>
              </a:rPr>
              <a:t>：从无增强到增强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+mn-cs"/>
              </a:rPr>
              <a:t>的对照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7" name="文本占位符 28"/>
          <p:cNvSpPr txBox="1"/>
          <p:nvPr>
            <p:custDataLst>
              <p:tags r:id="rId9"/>
            </p:custDataLst>
          </p:nvPr>
        </p:nvSpPr>
        <p:spPr>
          <a:xfrm>
            <a:off x="3833891" y="1447662"/>
            <a:ext cx="1255880" cy="364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cs typeface="+mn-cs"/>
              </a:rPr>
              <a:t>学习率调度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8" name="文本占位符 29"/>
          <p:cNvSpPr txBox="1"/>
          <p:nvPr>
            <p:custDataLst>
              <p:tags r:id="rId10"/>
            </p:custDataLst>
          </p:nvPr>
        </p:nvSpPr>
        <p:spPr>
          <a:xfrm>
            <a:off x="3411886" y="2942106"/>
            <a:ext cx="2378275" cy="29353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训练初期需要较大学习率快速收敛，训练后期需要较小学习率精细调参，避免在最优值附近震荡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Cosine Annealing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可在训练过程中周期性调整学习率，帮助模型跳出局部最优，配合早停策略，可在验证指标不再提升时自动停止，避免过拟合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lvl="0"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设计思路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：对比有/无调度器的效果差异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  <p:sp>
        <p:nvSpPr>
          <p:cNvPr id="79" name="文本占位符 30"/>
          <p:cNvSpPr txBox="1"/>
          <p:nvPr>
            <p:custDataLst>
              <p:tags r:id="rId11"/>
            </p:custDataLst>
          </p:nvPr>
        </p:nvSpPr>
        <p:spPr>
          <a:xfrm>
            <a:off x="6646986" y="1447662"/>
            <a:ext cx="1255880" cy="364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cs typeface="+mn-cs"/>
              </a:rPr>
              <a:t>损失函数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80" name="文本占位符 32"/>
          <p:cNvSpPr txBox="1"/>
          <p:nvPr>
            <p:custDataLst>
              <p:tags r:id="rId12"/>
            </p:custDataLst>
          </p:nvPr>
        </p:nvSpPr>
        <p:spPr>
          <a:xfrm>
            <a:off x="9465147" y="1447662"/>
            <a:ext cx="1255880" cy="364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cs typeface="+mn-cs"/>
              </a:rPr>
              <a:t>编码器选择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cs typeface="+mn-cs"/>
            </a:endParaRPr>
          </a:p>
        </p:txBody>
      </p:sp>
      <p:cxnSp>
        <p:nvCxnSpPr>
          <p:cNvPr id="81" name="直接箭头连接符 80"/>
          <p:cNvCxnSpPr/>
          <p:nvPr>
            <p:custDataLst>
              <p:tags r:id="rId13"/>
            </p:custDataLst>
          </p:nvPr>
        </p:nvCxnSpPr>
        <p:spPr>
          <a:xfrm>
            <a:off x="491924" y="2399599"/>
            <a:ext cx="11113622" cy="0"/>
          </a:xfrm>
          <a:prstGeom prst="straightConnector1">
            <a:avLst/>
          </a:prstGeom>
          <a:ln w="28575">
            <a:solidFill>
              <a:srgbClr val="0242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/>
          <p:cNvSpPr/>
          <p:nvPr>
            <p:custDataLst>
              <p:tags r:id="rId14"/>
            </p:custDataLst>
          </p:nvPr>
        </p:nvSpPr>
        <p:spPr>
          <a:xfrm>
            <a:off x="1393029" y="2255583"/>
            <a:ext cx="288032" cy="288032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椭圆 82"/>
          <p:cNvSpPr/>
          <p:nvPr>
            <p:custDataLst>
              <p:tags r:id="rId15"/>
            </p:custDataLst>
          </p:nvPr>
        </p:nvSpPr>
        <p:spPr>
          <a:xfrm>
            <a:off x="4317815" y="2256178"/>
            <a:ext cx="288032" cy="288032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椭圆 83"/>
          <p:cNvSpPr/>
          <p:nvPr>
            <p:custDataLst>
              <p:tags r:id="rId16"/>
            </p:custDataLst>
          </p:nvPr>
        </p:nvSpPr>
        <p:spPr>
          <a:xfrm>
            <a:off x="7141121" y="2255583"/>
            <a:ext cx="288032" cy="288032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椭圆 84"/>
          <p:cNvSpPr/>
          <p:nvPr>
            <p:custDataLst>
              <p:tags r:id="rId17"/>
            </p:custDataLst>
          </p:nvPr>
        </p:nvSpPr>
        <p:spPr>
          <a:xfrm>
            <a:off x="10065907" y="2255583"/>
            <a:ext cx="288032" cy="288032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占位符 27"/>
          <p:cNvSpPr txBox="1"/>
          <p:nvPr>
            <p:custDataLst>
              <p:tags r:id="rId18"/>
            </p:custDataLst>
          </p:nvPr>
        </p:nvSpPr>
        <p:spPr>
          <a:xfrm>
            <a:off x="6202451" y="2941898"/>
            <a:ext cx="2378275" cy="2935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BCE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关注每个像素的分类准确率，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Dice Loss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直接优化区域重叠程度，与评估指标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Dice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一致，工业缺陷中缺陷像素远少于背景像素，正负样本极不平衡，单纯使用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BCE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会导致模型偏向背景，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Dice Loss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不依赖类别平衡，对小目标缺陷更友好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设计思路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：调整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BCE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Dice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的权重配比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  <p:sp>
        <p:nvSpPr>
          <p:cNvPr id="87" name="文本占位符 29"/>
          <p:cNvSpPr txBox="1"/>
          <p:nvPr>
            <p:custDataLst>
              <p:tags r:id="rId19"/>
            </p:custDataLst>
          </p:nvPr>
        </p:nvSpPr>
        <p:spPr>
          <a:xfrm>
            <a:off x="8993432" y="2941897"/>
            <a:ext cx="2378275" cy="29353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编码器负责提取图像特征，其容量直接影响模型表达能力，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ResNet34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参数量适中，训练速度快，适合算力有限的环境，而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ResNet50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参数量更大，理论上能提取更丰富的特征，因此需验证</a:t>
            </a:r>
            <a:r>
              <a:rPr lang="en-US" altLang="zh-CN" sz="1200" kern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ResNet50</a:t>
            </a:r>
            <a:r>
              <a:rPr lang="zh-CN" altLang="en-US" sz="1200" kern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是否会有较大的提升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lvl="0"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设计思路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6276F"/>
                </a:solidFill>
                <a:effectLst/>
                <a:uLnTx/>
                <a:uFillTx/>
                <a:cs typeface="微软雅黑" panose="020B0503020204020204" charset="-122"/>
              </a:rPr>
              <a:t>：对比不同编码器在相同条件下的表现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6276F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消融实验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0" name="Rectangle 2"/>
          <p:cNvSpPr/>
          <p:nvPr/>
        </p:nvSpPr>
        <p:spPr>
          <a:xfrm>
            <a:off x="1727200" y="1066800"/>
            <a:ext cx="91440" cy="457200"/>
          </a:xfrm>
          <a:prstGeom prst="rect">
            <a:avLst/>
          </a:prstGeom>
          <a:solidFill>
            <a:srgbClr val="024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Table 4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727200" y="1556385"/>
          <a:ext cx="8618855" cy="283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675"/>
                <a:gridCol w="1118235"/>
                <a:gridCol w="1790065"/>
                <a:gridCol w="744855"/>
                <a:gridCol w="746125"/>
                <a:gridCol w="746125"/>
                <a:gridCol w="3025775"/>
              </a:tblGrid>
              <a:tr h="431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</a:rPr>
                        <a:t>编号</a:t>
                      </a:r>
                      <a:endParaRPr sz="10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</a:rPr>
                        <a:t>实验</a:t>
                      </a:r>
                      <a:endParaRPr sz="10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</a:rPr>
                        <a:t>核心变量</a:t>
                      </a:r>
                      <a:endParaRPr sz="10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</a:rPr>
                        <a:t>训练轮数</a:t>
                      </a:r>
                      <a:endParaRPr sz="10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  <a:cs typeface="微软雅黑" panose="020B0503020204020204" charset="-122"/>
                        </a:rPr>
                        <a:t>最佳Dice</a:t>
                      </a:r>
                      <a:endParaRPr sz="10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  <a:cs typeface="微软雅黑" panose="020B0503020204020204" charset="-122"/>
                        </a:rPr>
                        <a:t>对应Epoch</a:t>
                      </a:r>
                      <a:endParaRPr sz="10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000">
                          <a:ea typeface="微软雅黑" panose="020B0503020204020204" charset="-122"/>
                        </a:rPr>
                        <a:t>结论</a:t>
                      </a:r>
                      <a:endParaRPr sz="10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E0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Baseline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U-Net+ResNet34+light aug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15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200">
                          <a:ea typeface="微软雅黑" panose="020B0503020204020204" charset="-122"/>
                        </a:rPr>
                        <a:t>64.5%</a:t>
                      </a:r>
                      <a:endParaRPr lang="en-US" altLang="zh-CN"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200">
                          <a:ea typeface="微软雅黑" panose="020B0503020204020204" charset="-122"/>
                        </a:rPr>
                        <a:t>12</a:t>
                      </a:r>
                      <a:endParaRPr lang="en-US"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基准配置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E1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No_Augmentation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无数据增强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25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72.9%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25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最佳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E2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  <a:sym typeface="+mn-ea"/>
                        </a:rPr>
                        <a:t>Loss_Dice_Heavy</a:t>
                      </a:r>
                      <a:endParaRPr sz="1200">
                        <a:ea typeface="微软雅黑" panose="020B0503020204020204" charset="-122"/>
                      </a:endParaRP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Dice权重=0.7</a:t>
                      </a:r>
                      <a:endParaRPr sz="1200"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25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72.4%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2</a:t>
                      </a:r>
                      <a:r>
                        <a:rPr lang="en-US" sz="1200">
                          <a:ea typeface="微软雅黑" panose="020B0503020204020204" charset="-122"/>
                        </a:rPr>
                        <a:t>4</a:t>
                      </a:r>
                      <a:endParaRPr lang="en-US"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200">
                          <a:ea typeface="微软雅黑" panose="020B0503020204020204" charset="-122"/>
                        </a:rPr>
                        <a:t>损失优化</a:t>
                      </a:r>
                      <a:r>
                        <a:rPr sz="1200">
                          <a:ea typeface="微软雅黑" panose="020B0503020204020204" charset="-122"/>
                        </a:rPr>
                        <a:t>有效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E3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ResNet50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更深编码器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25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71.9%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23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200">
                          <a:ea typeface="微软雅黑" panose="020B0503020204020204" charset="-122"/>
                        </a:rPr>
                        <a:t>无</a:t>
                      </a:r>
                      <a:r>
                        <a:rPr sz="1200">
                          <a:ea typeface="微软雅黑" panose="020B0503020204020204" charset="-122"/>
                        </a:rPr>
                        <a:t>明显提升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E</a:t>
                      </a:r>
                      <a:r>
                        <a:rPr lang="en-US" sz="1200">
                          <a:ea typeface="微软雅黑" panose="020B0503020204020204" charset="-122"/>
                        </a:rPr>
                        <a:t>5</a:t>
                      </a:r>
                      <a:endParaRPr lang="en-US"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No_Scheduler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无学习率调度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15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62.4%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14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>
                          <a:ea typeface="微软雅黑" panose="020B0503020204020204" charset="-122"/>
                        </a:rPr>
                        <a:t>调度器有效</a:t>
                      </a:r>
                      <a:endParaRPr sz="12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880235" y="1143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</a:rPr>
              <a:t>实验结果表</a:t>
            </a:r>
            <a:endParaRPr lang="zh-CN" altLang="en-US" b="1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 descr="7b0a202020202274657874626f78223a20227b5c2269645c223a32303334383534382c5c227469645c223a5c225c227d220a7d0a"/>
          <p:cNvGrpSpPr/>
          <p:nvPr>
            <p:custDataLst>
              <p:tags r:id="rId8"/>
            </p:custDataLst>
          </p:nvPr>
        </p:nvGrpSpPr>
        <p:grpSpPr>
          <a:xfrm>
            <a:off x="1662430" y="4801235"/>
            <a:ext cx="8683625" cy="1292860"/>
            <a:chOff x="5001" y="4093"/>
            <a:chExt cx="8504" cy="3878"/>
          </a:xfrm>
        </p:grpSpPr>
        <p:sp>
          <p:nvSpPr>
            <p:cNvPr id="3" name="文本框 2"/>
            <p:cNvSpPr txBox="1"/>
            <p:nvPr/>
          </p:nvSpPr>
          <p:spPr>
            <a:xfrm>
              <a:off x="5099" y="4167"/>
              <a:ext cx="8405" cy="3804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p>
              <a:pPr indent="0" algn="just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各实验采用早停策略，训练轮数根据验证集Dice收敛情况动态确定。Baseline在Epoch 12达到最佳后稳定，因此15轮即完成训练；其他实验因改变数据增强、损失权重或编码器，训练动态变化，需约25轮达到最佳。所有实验均在各自最优状态下进行比较，确保对比公平。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just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4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圆角矩形 7"/>
            <p:cNvSpPr/>
            <p:nvPr/>
          </p:nvSpPr>
          <p:spPr>
            <a:xfrm>
              <a:off x="5001" y="4093"/>
              <a:ext cx="8504" cy="3341"/>
            </a:xfrm>
            <a:prstGeom prst="roundRect">
              <a:avLst>
                <a:gd name="adj" fmla="val 4703"/>
              </a:avLst>
            </a:prstGeom>
            <a:ln w="12700" cap="flat" cmpd="sng" algn="ctr">
              <a:solidFill>
                <a:srgbClr val="4472C4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3F6FC"/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>
                <a:solidFill>
                  <a:srgbClr val="17375E"/>
                </a:solidFill>
                <a:sym typeface="+mn-ea"/>
              </a:rPr>
              <a:t>训练曲线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55470" y="1198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b="1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组消融实验训练曲线对比图</a:t>
            </a:r>
            <a:endParaRPr lang="zh-CN" altLang="en-US" b="1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7503160" y="1198245"/>
            <a:ext cx="43370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931E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rgbClr val="17375E"/>
                </a:solidFill>
                <a:ea typeface="微软雅黑" panose="020B0503020204020204" charset="-122"/>
              </a:rPr>
              <a:t>核心结论</a:t>
            </a:r>
            <a:endParaRPr sz="1800">
              <a:solidFill>
                <a:srgbClr val="17375E"/>
              </a:solidFill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r="16572"/>
          <a:stretch>
            <a:fillRect/>
          </a:stretch>
        </p:blipFill>
        <p:spPr>
          <a:xfrm>
            <a:off x="392430" y="1724025"/>
            <a:ext cx="6989445" cy="46666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rcRect l="83445" b="77240"/>
          <a:stretch>
            <a:fillRect/>
          </a:stretch>
        </p:blipFill>
        <p:spPr>
          <a:xfrm>
            <a:off x="5042535" y="4305935"/>
            <a:ext cx="2079625" cy="1592580"/>
          </a:xfrm>
          <a:prstGeom prst="rect">
            <a:avLst/>
          </a:prstGeom>
        </p:spPr>
      </p:pic>
      <p:grpSp>
        <p:nvGrpSpPr>
          <p:cNvPr id="4" name="组合 3" descr="7b0a202020202274657874626f78223a20227b5c2269645c223a32303334383533302c5c227469645c223a5c225c227d220a7d0a"/>
          <p:cNvGrpSpPr/>
          <p:nvPr>
            <p:custDataLst>
              <p:tags r:id="rId8"/>
            </p:custDataLst>
          </p:nvPr>
        </p:nvGrpSpPr>
        <p:grpSpPr>
          <a:xfrm>
            <a:off x="7460615" y="1724660"/>
            <a:ext cx="4438650" cy="4357370"/>
            <a:chOff x="3074986" y="1917700"/>
            <a:chExt cx="6045638" cy="3022600"/>
          </a:xfrm>
        </p:grpSpPr>
        <p:grpSp>
          <p:nvGrpSpPr>
            <p:cNvPr id="5" name="组合 4"/>
            <p:cNvGrpSpPr/>
            <p:nvPr/>
          </p:nvGrpSpPr>
          <p:grpSpPr>
            <a:xfrm>
              <a:off x="3074986" y="1917700"/>
              <a:ext cx="6045638" cy="3022600"/>
              <a:chOff x="3074986" y="1917700"/>
              <a:chExt cx="6045638" cy="3022600"/>
            </a:xfrm>
          </p:grpSpPr>
          <p:grpSp>
            <p:nvGrpSpPr>
              <p:cNvPr id="6" name="图形 74"/>
              <p:cNvGrpSpPr/>
              <p:nvPr/>
            </p:nvGrpSpPr>
            <p:grpSpPr>
              <a:xfrm>
                <a:off x="3162300" y="2009775"/>
                <a:ext cx="5867399" cy="2838450"/>
                <a:chOff x="0" y="0"/>
                <a:chExt cx="5274310" cy="2551430"/>
              </a:xfrm>
            </p:grpSpPr>
            <p:sp>
              <p:nvSpPr>
                <p:cNvPr id="8" name="任意多边形: 形状 17"/>
                <p:cNvSpPr/>
                <p:nvPr/>
              </p:nvSpPr>
              <p:spPr>
                <a:xfrm>
                  <a:off x="0" y="0"/>
                  <a:ext cx="5274310" cy="2551430"/>
                </a:xfrm>
                <a:custGeom>
                  <a:avLst/>
                  <a:gdLst>
                    <a:gd name="connsiteX0" fmla="*/ 0 w 5274310"/>
                    <a:gd name="connsiteY0" fmla="*/ 0 h 2551430"/>
                    <a:gd name="connsiteX1" fmla="*/ 5274310 w 5274310"/>
                    <a:gd name="connsiteY1" fmla="*/ 0 h 2551430"/>
                    <a:gd name="connsiteX2" fmla="*/ 5274310 w 5274310"/>
                    <a:gd name="connsiteY2" fmla="*/ 2551430 h 2551430"/>
                    <a:gd name="connsiteX3" fmla="*/ 0 w 5274310"/>
                    <a:gd name="connsiteY3" fmla="*/ 2551430 h 2551430"/>
                    <a:gd name="connsiteX4" fmla="*/ 0 w 5274310"/>
                    <a:gd name="connsiteY4" fmla="*/ 0 h 2551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74310" h="2551430">
                      <a:moveTo>
                        <a:pt x="0" y="0"/>
                      </a:moveTo>
                      <a:lnTo>
                        <a:pt x="5274310" y="0"/>
                      </a:lnTo>
                      <a:lnTo>
                        <a:pt x="5274310" y="2551430"/>
                      </a:lnTo>
                      <a:lnTo>
                        <a:pt x="0" y="25514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551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" name="任意多边形: 形状 18"/>
                <p:cNvSpPr/>
                <p:nvPr/>
              </p:nvSpPr>
              <p:spPr>
                <a:xfrm>
                  <a:off x="0" y="0"/>
                  <a:ext cx="5274310" cy="2551430"/>
                </a:xfrm>
                <a:custGeom>
                  <a:avLst/>
                  <a:gdLst>
                    <a:gd name="connsiteX0" fmla="*/ 0 w 5274310"/>
                    <a:gd name="connsiteY0" fmla="*/ 0 h 2551430"/>
                    <a:gd name="connsiteX1" fmla="*/ 5274310 w 5274310"/>
                    <a:gd name="connsiteY1" fmla="*/ 0 h 2551430"/>
                    <a:gd name="connsiteX2" fmla="*/ 5274310 w 5274310"/>
                    <a:gd name="connsiteY2" fmla="*/ 2551430 h 2551430"/>
                    <a:gd name="connsiteX3" fmla="*/ 0 w 5274310"/>
                    <a:gd name="connsiteY3" fmla="*/ 2551430 h 2551430"/>
                    <a:gd name="connsiteX4" fmla="*/ 0 w 5274310"/>
                    <a:gd name="connsiteY4" fmla="*/ 0 h 2551430"/>
                    <a:gd name="connsiteX5" fmla="*/ 17124 w 5274310"/>
                    <a:gd name="connsiteY5" fmla="*/ 17124 h 2551430"/>
                    <a:gd name="connsiteX6" fmla="*/ 17124 w 5274310"/>
                    <a:gd name="connsiteY6" fmla="*/ 2534306 h 2551430"/>
                    <a:gd name="connsiteX7" fmla="*/ 5257186 w 5274310"/>
                    <a:gd name="connsiteY7" fmla="*/ 2534306 h 2551430"/>
                    <a:gd name="connsiteX8" fmla="*/ 5257186 w 5274310"/>
                    <a:gd name="connsiteY8" fmla="*/ 17124 h 2551430"/>
                    <a:gd name="connsiteX9" fmla="*/ 17124 w 5274310"/>
                    <a:gd name="connsiteY9" fmla="*/ 17124 h 2551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74310" h="2551430">
                      <a:moveTo>
                        <a:pt x="0" y="0"/>
                      </a:moveTo>
                      <a:lnTo>
                        <a:pt x="5274310" y="0"/>
                      </a:lnTo>
                      <a:lnTo>
                        <a:pt x="5274310" y="2551430"/>
                      </a:lnTo>
                      <a:lnTo>
                        <a:pt x="0" y="2551430"/>
                      </a:lnTo>
                      <a:lnTo>
                        <a:pt x="0" y="0"/>
                      </a:lnTo>
                      <a:close/>
                      <a:moveTo>
                        <a:pt x="17124" y="17124"/>
                      </a:moveTo>
                      <a:lnTo>
                        <a:pt x="17124" y="2534306"/>
                      </a:lnTo>
                      <a:lnTo>
                        <a:pt x="5257186" y="2534306"/>
                      </a:lnTo>
                      <a:lnTo>
                        <a:pt x="5257186" y="17124"/>
                      </a:lnTo>
                      <a:lnTo>
                        <a:pt x="17124" y="17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551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8917425" y="1917700"/>
                <a:ext cx="200025" cy="200025"/>
                <a:chOff x="7424957" y="2650332"/>
                <a:chExt cx="200025" cy="200025"/>
              </a:xfrm>
            </p:grpSpPr>
            <p:sp>
              <p:nvSpPr>
                <p:cNvPr id="14" name="任意多边形: 形状 15"/>
                <p:cNvSpPr/>
                <p:nvPr/>
              </p:nvSpPr>
              <p:spPr>
                <a:xfrm>
                  <a:off x="7482107" y="2707482"/>
                  <a:ext cx="85725" cy="85725"/>
                </a:xfrm>
                <a:custGeom>
                  <a:avLst/>
                  <a:gdLst>
                    <a:gd name="connsiteX0" fmla="*/ 85725 w 85725"/>
                    <a:gd name="connsiteY0" fmla="*/ 42863 h 85725"/>
                    <a:gd name="connsiteX1" fmla="*/ 42863 w 85725"/>
                    <a:gd name="connsiteY1" fmla="*/ 85725 h 85725"/>
                    <a:gd name="connsiteX2" fmla="*/ 0 w 85725"/>
                    <a:gd name="connsiteY2" fmla="*/ 42863 h 85725"/>
                    <a:gd name="connsiteX3" fmla="*/ 42863 w 85725"/>
                    <a:gd name="connsiteY3" fmla="*/ 0 h 85725"/>
                    <a:gd name="connsiteX4" fmla="*/ 85725 w 85725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725" h="85725">
                      <a:moveTo>
                        <a:pt x="85725" y="42863"/>
                      </a:moveTo>
                      <a:cubicBezTo>
                        <a:pt x="85725" y="66535"/>
                        <a:pt x="66535" y="85725"/>
                        <a:pt x="42863" y="85725"/>
                      </a:cubicBezTo>
                      <a:cubicBezTo>
                        <a:pt x="19190" y="85725"/>
                        <a:pt x="0" y="66535"/>
                        <a:pt x="0" y="42863"/>
                      </a:cubicBezTo>
                      <a:cubicBezTo>
                        <a:pt x="0" y="19190"/>
                        <a:pt x="19190" y="0"/>
                        <a:pt x="42863" y="0"/>
                      </a:cubicBezTo>
                      <a:cubicBezTo>
                        <a:pt x="66535" y="0"/>
                        <a:pt x="85725" y="19190"/>
                        <a:pt x="85725" y="428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任意多边形: 形状 16"/>
                <p:cNvSpPr/>
                <p:nvPr/>
              </p:nvSpPr>
              <p:spPr>
                <a:xfrm>
                  <a:off x="7424957" y="2650332"/>
                  <a:ext cx="200025" cy="200025"/>
                </a:xfrm>
                <a:custGeom>
                  <a:avLst/>
                  <a:gdLst>
                    <a:gd name="connsiteX0" fmla="*/ 200025 w 200025"/>
                    <a:gd name="connsiteY0" fmla="*/ 100013 h 200025"/>
                    <a:gd name="connsiteX1" fmla="*/ 199905 w 200025"/>
                    <a:gd name="connsiteY1" fmla="*/ 104920 h 200025"/>
                    <a:gd name="connsiteX2" fmla="*/ 199543 w 200025"/>
                    <a:gd name="connsiteY2" fmla="*/ 109815 h 200025"/>
                    <a:gd name="connsiteX3" fmla="*/ 198943 w 200025"/>
                    <a:gd name="connsiteY3" fmla="*/ 114687 h 200025"/>
                    <a:gd name="connsiteX4" fmla="*/ 198103 w 200025"/>
                    <a:gd name="connsiteY4" fmla="*/ 119524 h 200025"/>
                    <a:gd name="connsiteX5" fmla="*/ 197027 w 200025"/>
                    <a:gd name="connsiteY5" fmla="*/ 124314 h 200025"/>
                    <a:gd name="connsiteX6" fmla="*/ 195719 w 200025"/>
                    <a:gd name="connsiteY6" fmla="*/ 129045 h 200025"/>
                    <a:gd name="connsiteX7" fmla="*/ 194179 w 200025"/>
                    <a:gd name="connsiteY7" fmla="*/ 133706 h 200025"/>
                    <a:gd name="connsiteX8" fmla="*/ 192412 w 200025"/>
                    <a:gd name="connsiteY8" fmla="*/ 138286 h 200025"/>
                    <a:gd name="connsiteX9" fmla="*/ 190423 w 200025"/>
                    <a:gd name="connsiteY9" fmla="*/ 142773 h 200025"/>
                    <a:gd name="connsiteX10" fmla="*/ 188216 w 200025"/>
                    <a:gd name="connsiteY10" fmla="*/ 147158 h 200025"/>
                    <a:gd name="connsiteX11" fmla="*/ 185797 w 200025"/>
                    <a:gd name="connsiteY11" fmla="*/ 151429 h 200025"/>
                    <a:gd name="connsiteX12" fmla="*/ 183170 w 200025"/>
                    <a:gd name="connsiteY12" fmla="*/ 155577 h 200025"/>
                    <a:gd name="connsiteX13" fmla="*/ 180344 w 200025"/>
                    <a:gd name="connsiteY13" fmla="*/ 159589 h 200025"/>
                    <a:gd name="connsiteX14" fmla="*/ 177323 w 200025"/>
                    <a:gd name="connsiteY14" fmla="*/ 163459 h 200025"/>
                    <a:gd name="connsiteX15" fmla="*/ 174117 w 200025"/>
                    <a:gd name="connsiteY15" fmla="*/ 167177 h 200025"/>
                    <a:gd name="connsiteX16" fmla="*/ 170732 w 200025"/>
                    <a:gd name="connsiteY16" fmla="*/ 170732 h 200025"/>
                    <a:gd name="connsiteX17" fmla="*/ 167177 w 200025"/>
                    <a:gd name="connsiteY17" fmla="*/ 174117 h 200025"/>
                    <a:gd name="connsiteX18" fmla="*/ 163459 w 200025"/>
                    <a:gd name="connsiteY18" fmla="*/ 177323 h 200025"/>
                    <a:gd name="connsiteX19" fmla="*/ 159589 w 200025"/>
                    <a:gd name="connsiteY19" fmla="*/ 180344 h 200025"/>
                    <a:gd name="connsiteX20" fmla="*/ 155577 w 200025"/>
                    <a:gd name="connsiteY20" fmla="*/ 183170 h 200025"/>
                    <a:gd name="connsiteX21" fmla="*/ 151429 w 200025"/>
                    <a:gd name="connsiteY21" fmla="*/ 185796 h 200025"/>
                    <a:gd name="connsiteX22" fmla="*/ 147158 w 200025"/>
                    <a:gd name="connsiteY22" fmla="*/ 188216 h 200025"/>
                    <a:gd name="connsiteX23" fmla="*/ 142773 w 200025"/>
                    <a:gd name="connsiteY23" fmla="*/ 190423 h 200025"/>
                    <a:gd name="connsiteX24" fmla="*/ 138286 w 200025"/>
                    <a:gd name="connsiteY24" fmla="*/ 192412 h 200025"/>
                    <a:gd name="connsiteX25" fmla="*/ 133706 w 200025"/>
                    <a:gd name="connsiteY25" fmla="*/ 194179 h 200025"/>
                    <a:gd name="connsiteX26" fmla="*/ 129045 w 200025"/>
                    <a:gd name="connsiteY26" fmla="*/ 195719 h 200025"/>
                    <a:gd name="connsiteX27" fmla="*/ 124314 w 200025"/>
                    <a:gd name="connsiteY27" fmla="*/ 197027 h 200025"/>
                    <a:gd name="connsiteX28" fmla="*/ 119524 w 200025"/>
                    <a:gd name="connsiteY28" fmla="*/ 198103 h 200025"/>
                    <a:gd name="connsiteX29" fmla="*/ 114687 w 200025"/>
                    <a:gd name="connsiteY29" fmla="*/ 198943 h 200025"/>
                    <a:gd name="connsiteX30" fmla="*/ 109815 w 200025"/>
                    <a:gd name="connsiteY30" fmla="*/ 199543 h 200025"/>
                    <a:gd name="connsiteX31" fmla="*/ 104920 w 200025"/>
                    <a:gd name="connsiteY31" fmla="*/ 199905 h 200025"/>
                    <a:gd name="connsiteX32" fmla="*/ 100013 w 200025"/>
                    <a:gd name="connsiteY32" fmla="*/ 200025 h 200025"/>
                    <a:gd name="connsiteX33" fmla="*/ 95105 w 200025"/>
                    <a:gd name="connsiteY33" fmla="*/ 199905 h 200025"/>
                    <a:gd name="connsiteX34" fmla="*/ 90210 w 200025"/>
                    <a:gd name="connsiteY34" fmla="*/ 199543 h 200025"/>
                    <a:gd name="connsiteX35" fmla="*/ 85338 w 200025"/>
                    <a:gd name="connsiteY35" fmla="*/ 198943 h 200025"/>
                    <a:gd name="connsiteX36" fmla="*/ 80501 w 200025"/>
                    <a:gd name="connsiteY36" fmla="*/ 198103 h 200025"/>
                    <a:gd name="connsiteX37" fmla="*/ 75711 w 200025"/>
                    <a:gd name="connsiteY37" fmla="*/ 197027 h 200025"/>
                    <a:gd name="connsiteX38" fmla="*/ 70980 w 200025"/>
                    <a:gd name="connsiteY38" fmla="*/ 195719 h 200025"/>
                    <a:gd name="connsiteX39" fmla="*/ 66319 w 200025"/>
                    <a:gd name="connsiteY39" fmla="*/ 194179 h 200025"/>
                    <a:gd name="connsiteX40" fmla="*/ 61739 w 200025"/>
                    <a:gd name="connsiteY40" fmla="*/ 192412 h 200025"/>
                    <a:gd name="connsiteX41" fmla="*/ 57252 w 200025"/>
                    <a:gd name="connsiteY41" fmla="*/ 190423 h 200025"/>
                    <a:gd name="connsiteX42" fmla="*/ 52867 w 200025"/>
                    <a:gd name="connsiteY42" fmla="*/ 188216 h 200025"/>
                    <a:gd name="connsiteX43" fmla="*/ 48596 w 200025"/>
                    <a:gd name="connsiteY43" fmla="*/ 185797 h 200025"/>
                    <a:gd name="connsiteX44" fmla="*/ 44449 w 200025"/>
                    <a:gd name="connsiteY44" fmla="*/ 183170 h 200025"/>
                    <a:gd name="connsiteX45" fmla="*/ 40435 w 200025"/>
                    <a:gd name="connsiteY45" fmla="*/ 180344 h 200025"/>
                    <a:gd name="connsiteX46" fmla="*/ 36565 w 200025"/>
                    <a:gd name="connsiteY46" fmla="*/ 177323 h 200025"/>
                    <a:gd name="connsiteX47" fmla="*/ 32848 w 200025"/>
                    <a:gd name="connsiteY47" fmla="*/ 174117 h 200025"/>
                    <a:gd name="connsiteX48" fmla="*/ 29293 w 200025"/>
                    <a:gd name="connsiteY48" fmla="*/ 170732 h 200025"/>
                    <a:gd name="connsiteX49" fmla="*/ 25908 w 200025"/>
                    <a:gd name="connsiteY49" fmla="*/ 167177 h 200025"/>
                    <a:gd name="connsiteX50" fmla="*/ 22702 w 200025"/>
                    <a:gd name="connsiteY50" fmla="*/ 163459 h 200025"/>
                    <a:gd name="connsiteX51" fmla="*/ 19682 w 200025"/>
                    <a:gd name="connsiteY51" fmla="*/ 159589 h 200025"/>
                    <a:gd name="connsiteX52" fmla="*/ 16855 w 200025"/>
                    <a:gd name="connsiteY52" fmla="*/ 155577 h 200025"/>
                    <a:gd name="connsiteX53" fmla="*/ 14229 w 200025"/>
                    <a:gd name="connsiteY53" fmla="*/ 151429 h 200025"/>
                    <a:gd name="connsiteX54" fmla="*/ 11809 w 200025"/>
                    <a:gd name="connsiteY54" fmla="*/ 147158 h 200025"/>
                    <a:gd name="connsiteX55" fmla="*/ 9602 w 200025"/>
                    <a:gd name="connsiteY55" fmla="*/ 142773 h 200025"/>
                    <a:gd name="connsiteX56" fmla="*/ 7613 w 200025"/>
                    <a:gd name="connsiteY56" fmla="*/ 138286 h 200025"/>
                    <a:gd name="connsiteX57" fmla="*/ 5846 w 200025"/>
                    <a:gd name="connsiteY57" fmla="*/ 133706 h 200025"/>
                    <a:gd name="connsiteX58" fmla="*/ 4307 w 200025"/>
                    <a:gd name="connsiteY58" fmla="*/ 129045 h 200025"/>
                    <a:gd name="connsiteX59" fmla="*/ 2997 w 200025"/>
                    <a:gd name="connsiteY59" fmla="*/ 124314 h 200025"/>
                    <a:gd name="connsiteX60" fmla="*/ 1922 w 200025"/>
                    <a:gd name="connsiteY60" fmla="*/ 119524 h 200025"/>
                    <a:gd name="connsiteX61" fmla="*/ 1083 w 200025"/>
                    <a:gd name="connsiteY61" fmla="*/ 114687 h 200025"/>
                    <a:gd name="connsiteX62" fmla="*/ 482 w 200025"/>
                    <a:gd name="connsiteY62" fmla="*/ 109815 h 200025"/>
                    <a:gd name="connsiteX63" fmla="*/ 120 w 200025"/>
                    <a:gd name="connsiteY63" fmla="*/ 104920 h 200025"/>
                    <a:gd name="connsiteX64" fmla="*/ 0 w 200025"/>
                    <a:gd name="connsiteY64" fmla="*/ 100013 h 200025"/>
                    <a:gd name="connsiteX65" fmla="*/ 120 w 200025"/>
                    <a:gd name="connsiteY65" fmla="*/ 95105 h 200025"/>
                    <a:gd name="connsiteX66" fmla="*/ 482 w 200025"/>
                    <a:gd name="connsiteY66" fmla="*/ 90210 h 200025"/>
                    <a:gd name="connsiteX67" fmla="*/ 1083 w 200025"/>
                    <a:gd name="connsiteY67" fmla="*/ 85338 h 200025"/>
                    <a:gd name="connsiteX68" fmla="*/ 1922 w 200025"/>
                    <a:gd name="connsiteY68" fmla="*/ 80501 h 200025"/>
                    <a:gd name="connsiteX69" fmla="*/ 2997 w 200025"/>
                    <a:gd name="connsiteY69" fmla="*/ 75711 h 200025"/>
                    <a:gd name="connsiteX70" fmla="*/ 4307 w 200025"/>
                    <a:gd name="connsiteY70" fmla="*/ 70980 h 200025"/>
                    <a:gd name="connsiteX71" fmla="*/ 5846 w 200025"/>
                    <a:gd name="connsiteY71" fmla="*/ 66319 h 200025"/>
                    <a:gd name="connsiteX72" fmla="*/ 7613 w 200025"/>
                    <a:gd name="connsiteY72" fmla="*/ 61739 h 200025"/>
                    <a:gd name="connsiteX73" fmla="*/ 9602 w 200025"/>
                    <a:gd name="connsiteY73" fmla="*/ 57252 h 200025"/>
                    <a:gd name="connsiteX74" fmla="*/ 11809 w 200025"/>
                    <a:gd name="connsiteY74" fmla="*/ 52867 h 200025"/>
                    <a:gd name="connsiteX75" fmla="*/ 14229 w 200025"/>
                    <a:gd name="connsiteY75" fmla="*/ 48596 h 200025"/>
                    <a:gd name="connsiteX76" fmla="*/ 16855 w 200025"/>
                    <a:gd name="connsiteY76" fmla="*/ 44449 h 200025"/>
                    <a:gd name="connsiteX77" fmla="*/ 19682 w 200025"/>
                    <a:gd name="connsiteY77" fmla="*/ 40435 h 200025"/>
                    <a:gd name="connsiteX78" fmla="*/ 22702 w 200025"/>
                    <a:gd name="connsiteY78" fmla="*/ 36565 h 200025"/>
                    <a:gd name="connsiteX79" fmla="*/ 25908 w 200025"/>
                    <a:gd name="connsiteY79" fmla="*/ 32848 h 200025"/>
                    <a:gd name="connsiteX80" fmla="*/ 29293 w 200025"/>
                    <a:gd name="connsiteY80" fmla="*/ 29293 h 200025"/>
                    <a:gd name="connsiteX81" fmla="*/ 32848 w 200025"/>
                    <a:gd name="connsiteY81" fmla="*/ 25908 h 200025"/>
                    <a:gd name="connsiteX82" fmla="*/ 36565 w 200025"/>
                    <a:gd name="connsiteY82" fmla="*/ 22702 h 200025"/>
                    <a:gd name="connsiteX83" fmla="*/ 40435 w 200025"/>
                    <a:gd name="connsiteY83" fmla="*/ 19682 h 200025"/>
                    <a:gd name="connsiteX84" fmla="*/ 44449 w 200025"/>
                    <a:gd name="connsiteY84" fmla="*/ 16855 h 200025"/>
                    <a:gd name="connsiteX85" fmla="*/ 48596 w 200025"/>
                    <a:gd name="connsiteY85" fmla="*/ 14229 h 200025"/>
                    <a:gd name="connsiteX86" fmla="*/ 52867 w 200025"/>
                    <a:gd name="connsiteY86" fmla="*/ 11809 h 200025"/>
                    <a:gd name="connsiteX87" fmla="*/ 57252 w 200025"/>
                    <a:gd name="connsiteY87" fmla="*/ 9602 h 200025"/>
                    <a:gd name="connsiteX88" fmla="*/ 61739 w 200025"/>
                    <a:gd name="connsiteY88" fmla="*/ 7613 h 200025"/>
                    <a:gd name="connsiteX89" fmla="*/ 66319 w 200025"/>
                    <a:gd name="connsiteY89" fmla="*/ 5846 h 200025"/>
                    <a:gd name="connsiteX90" fmla="*/ 70980 w 200025"/>
                    <a:gd name="connsiteY90" fmla="*/ 4307 h 200025"/>
                    <a:gd name="connsiteX91" fmla="*/ 75711 w 200025"/>
                    <a:gd name="connsiteY91" fmla="*/ 2997 h 200025"/>
                    <a:gd name="connsiteX92" fmla="*/ 80501 w 200025"/>
                    <a:gd name="connsiteY92" fmla="*/ 1922 h 200025"/>
                    <a:gd name="connsiteX93" fmla="*/ 85338 w 200025"/>
                    <a:gd name="connsiteY93" fmla="*/ 1083 h 200025"/>
                    <a:gd name="connsiteX94" fmla="*/ 90210 w 200025"/>
                    <a:gd name="connsiteY94" fmla="*/ 482 h 200025"/>
                    <a:gd name="connsiteX95" fmla="*/ 95105 w 200025"/>
                    <a:gd name="connsiteY95" fmla="*/ 120 h 200025"/>
                    <a:gd name="connsiteX96" fmla="*/ 100013 w 200025"/>
                    <a:gd name="connsiteY96" fmla="*/ 0 h 200025"/>
                    <a:gd name="connsiteX97" fmla="*/ 104920 w 200025"/>
                    <a:gd name="connsiteY97" fmla="*/ 120 h 200025"/>
                    <a:gd name="connsiteX98" fmla="*/ 109815 w 200025"/>
                    <a:gd name="connsiteY98" fmla="*/ 482 h 200025"/>
                    <a:gd name="connsiteX99" fmla="*/ 114687 w 200025"/>
                    <a:gd name="connsiteY99" fmla="*/ 1083 h 200025"/>
                    <a:gd name="connsiteX100" fmla="*/ 119524 w 200025"/>
                    <a:gd name="connsiteY100" fmla="*/ 1922 h 200025"/>
                    <a:gd name="connsiteX101" fmla="*/ 124314 w 200025"/>
                    <a:gd name="connsiteY101" fmla="*/ 2997 h 200025"/>
                    <a:gd name="connsiteX102" fmla="*/ 129045 w 200025"/>
                    <a:gd name="connsiteY102" fmla="*/ 4307 h 200025"/>
                    <a:gd name="connsiteX103" fmla="*/ 133706 w 200025"/>
                    <a:gd name="connsiteY103" fmla="*/ 5846 h 200025"/>
                    <a:gd name="connsiteX104" fmla="*/ 138286 w 200025"/>
                    <a:gd name="connsiteY104" fmla="*/ 7613 h 200025"/>
                    <a:gd name="connsiteX105" fmla="*/ 142773 w 200025"/>
                    <a:gd name="connsiteY105" fmla="*/ 9602 h 200025"/>
                    <a:gd name="connsiteX106" fmla="*/ 147158 w 200025"/>
                    <a:gd name="connsiteY106" fmla="*/ 11809 h 200025"/>
                    <a:gd name="connsiteX107" fmla="*/ 151429 w 200025"/>
                    <a:gd name="connsiteY107" fmla="*/ 14229 h 200025"/>
                    <a:gd name="connsiteX108" fmla="*/ 155577 w 200025"/>
                    <a:gd name="connsiteY108" fmla="*/ 16855 h 200025"/>
                    <a:gd name="connsiteX109" fmla="*/ 159589 w 200025"/>
                    <a:gd name="connsiteY109" fmla="*/ 19682 h 200025"/>
                    <a:gd name="connsiteX110" fmla="*/ 163459 w 200025"/>
                    <a:gd name="connsiteY110" fmla="*/ 22702 h 200025"/>
                    <a:gd name="connsiteX111" fmla="*/ 167177 w 200025"/>
                    <a:gd name="connsiteY111" fmla="*/ 25908 h 200025"/>
                    <a:gd name="connsiteX112" fmla="*/ 170732 w 200025"/>
                    <a:gd name="connsiteY112" fmla="*/ 29293 h 200025"/>
                    <a:gd name="connsiteX113" fmla="*/ 174117 w 200025"/>
                    <a:gd name="connsiteY113" fmla="*/ 32848 h 200025"/>
                    <a:gd name="connsiteX114" fmla="*/ 177323 w 200025"/>
                    <a:gd name="connsiteY114" fmla="*/ 36565 h 200025"/>
                    <a:gd name="connsiteX115" fmla="*/ 180344 w 200025"/>
                    <a:gd name="connsiteY115" fmla="*/ 40435 h 200025"/>
                    <a:gd name="connsiteX116" fmla="*/ 183170 w 200025"/>
                    <a:gd name="connsiteY116" fmla="*/ 44449 h 200025"/>
                    <a:gd name="connsiteX117" fmla="*/ 185796 w 200025"/>
                    <a:gd name="connsiteY117" fmla="*/ 48596 h 200025"/>
                    <a:gd name="connsiteX118" fmla="*/ 188216 w 200025"/>
                    <a:gd name="connsiteY118" fmla="*/ 52867 h 200025"/>
                    <a:gd name="connsiteX119" fmla="*/ 190423 w 200025"/>
                    <a:gd name="connsiteY119" fmla="*/ 57252 h 200025"/>
                    <a:gd name="connsiteX120" fmla="*/ 192412 w 200025"/>
                    <a:gd name="connsiteY120" fmla="*/ 61739 h 200025"/>
                    <a:gd name="connsiteX121" fmla="*/ 194179 w 200025"/>
                    <a:gd name="connsiteY121" fmla="*/ 66319 h 200025"/>
                    <a:gd name="connsiteX122" fmla="*/ 195719 w 200025"/>
                    <a:gd name="connsiteY122" fmla="*/ 70980 h 200025"/>
                    <a:gd name="connsiteX123" fmla="*/ 197027 w 200025"/>
                    <a:gd name="connsiteY123" fmla="*/ 75711 h 200025"/>
                    <a:gd name="connsiteX124" fmla="*/ 198103 w 200025"/>
                    <a:gd name="connsiteY124" fmla="*/ 80501 h 200025"/>
                    <a:gd name="connsiteX125" fmla="*/ 198943 w 200025"/>
                    <a:gd name="connsiteY125" fmla="*/ 85338 h 200025"/>
                    <a:gd name="connsiteX126" fmla="*/ 199543 w 200025"/>
                    <a:gd name="connsiteY126" fmla="*/ 90210 h 200025"/>
                    <a:gd name="connsiteX127" fmla="*/ 199905 w 200025"/>
                    <a:gd name="connsiteY127" fmla="*/ 95105 h 200025"/>
                    <a:gd name="connsiteX128" fmla="*/ 200025 w 200025"/>
                    <a:gd name="connsiteY128" fmla="*/ 100013 h 200025"/>
                    <a:gd name="connsiteX129" fmla="*/ 142875 w 200025"/>
                    <a:gd name="connsiteY129" fmla="*/ 100013 h 200025"/>
                    <a:gd name="connsiteX130" fmla="*/ 142823 w 200025"/>
                    <a:gd name="connsiteY130" fmla="*/ 97909 h 200025"/>
                    <a:gd name="connsiteX131" fmla="*/ 142669 w 200025"/>
                    <a:gd name="connsiteY131" fmla="*/ 95811 h 200025"/>
                    <a:gd name="connsiteX132" fmla="*/ 142411 w 200025"/>
                    <a:gd name="connsiteY132" fmla="*/ 93723 h 200025"/>
                    <a:gd name="connsiteX133" fmla="*/ 142051 w 200025"/>
                    <a:gd name="connsiteY133" fmla="*/ 91650 h 200025"/>
                    <a:gd name="connsiteX134" fmla="*/ 141590 w 200025"/>
                    <a:gd name="connsiteY134" fmla="*/ 89598 h 200025"/>
                    <a:gd name="connsiteX135" fmla="*/ 141029 w 200025"/>
                    <a:gd name="connsiteY135" fmla="*/ 87570 h 200025"/>
                    <a:gd name="connsiteX136" fmla="*/ 140369 w 200025"/>
                    <a:gd name="connsiteY136" fmla="*/ 85573 h 200025"/>
                    <a:gd name="connsiteX137" fmla="*/ 139612 w 200025"/>
                    <a:gd name="connsiteY137" fmla="*/ 83610 h 200025"/>
                    <a:gd name="connsiteX138" fmla="*/ 138760 w 200025"/>
                    <a:gd name="connsiteY138" fmla="*/ 81686 h 200025"/>
                    <a:gd name="connsiteX139" fmla="*/ 137814 w 200025"/>
                    <a:gd name="connsiteY139" fmla="*/ 79807 h 200025"/>
                    <a:gd name="connsiteX140" fmla="*/ 136777 w 200025"/>
                    <a:gd name="connsiteY140" fmla="*/ 77977 h 200025"/>
                    <a:gd name="connsiteX141" fmla="*/ 135651 w 200025"/>
                    <a:gd name="connsiteY141" fmla="*/ 76199 h 200025"/>
                    <a:gd name="connsiteX142" fmla="*/ 134440 w 200025"/>
                    <a:gd name="connsiteY142" fmla="*/ 74479 h 200025"/>
                    <a:gd name="connsiteX143" fmla="*/ 133146 w 200025"/>
                    <a:gd name="connsiteY143" fmla="*/ 72821 h 200025"/>
                    <a:gd name="connsiteX144" fmla="*/ 131772 w 200025"/>
                    <a:gd name="connsiteY144" fmla="*/ 71228 h 200025"/>
                    <a:gd name="connsiteX145" fmla="*/ 130321 w 200025"/>
                    <a:gd name="connsiteY145" fmla="*/ 69704 h 200025"/>
                    <a:gd name="connsiteX146" fmla="*/ 128797 w 200025"/>
                    <a:gd name="connsiteY146" fmla="*/ 68253 h 200025"/>
                    <a:gd name="connsiteX147" fmla="*/ 127204 w 200025"/>
                    <a:gd name="connsiteY147" fmla="*/ 66879 h 200025"/>
                    <a:gd name="connsiteX148" fmla="*/ 125546 w 200025"/>
                    <a:gd name="connsiteY148" fmla="*/ 65585 h 200025"/>
                    <a:gd name="connsiteX149" fmla="*/ 123826 w 200025"/>
                    <a:gd name="connsiteY149" fmla="*/ 64374 h 200025"/>
                    <a:gd name="connsiteX150" fmla="*/ 122048 w 200025"/>
                    <a:gd name="connsiteY150" fmla="*/ 63248 h 200025"/>
                    <a:gd name="connsiteX151" fmla="*/ 120218 w 200025"/>
                    <a:gd name="connsiteY151" fmla="*/ 62211 h 200025"/>
                    <a:gd name="connsiteX152" fmla="*/ 118339 w 200025"/>
                    <a:gd name="connsiteY152" fmla="*/ 61265 h 200025"/>
                    <a:gd name="connsiteX153" fmla="*/ 116415 w 200025"/>
                    <a:gd name="connsiteY153" fmla="*/ 60413 h 200025"/>
                    <a:gd name="connsiteX154" fmla="*/ 114452 w 200025"/>
                    <a:gd name="connsiteY154" fmla="*/ 59656 h 200025"/>
                    <a:gd name="connsiteX155" fmla="*/ 112455 w 200025"/>
                    <a:gd name="connsiteY155" fmla="*/ 58996 h 200025"/>
                    <a:gd name="connsiteX156" fmla="*/ 110427 w 200025"/>
                    <a:gd name="connsiteY156" fmla="*/ 58435 h 200025"/>
                    <a:gd name="connsiteX157" fmla="*/ 108375 w 200025"/>
                    <a:gd name="connsiteY157" fmla="*/ 57974 h 200025"/>
                    <a:gd name="connsiteX158" fmla="*/ 106302 w 200025"/>
                    <a:gd name="connsiteY158" fmla="*/ 57614 h 200025"/>
                    <a:gd name="connsiteX159" fmla="*/ 104214 w 200025"/>
                    <a:gd name="connsiteY159" fmla="*/ 57356 h 200025"/>
                    <a:gd name="connsiteX160" fmla="*/ 102116 w 200025"/>
                    <a:gd name="connsiteY160" fmla="*/ 57202 h 200025"/>
                    <a:gd name="connsiteX161" fmla="*/ 100013 w 200025"/>
                    <a:gd name="connsiteY161" fmla="*/ 57150 h 200025"/>
                    <a:gd name="connsiteX162" fmla="*/ 97909 w 200025"/>
                    <a:gd name="connsiteY162" fmla="*/ 57202 h 200025"/>
                    <a:gd name="connsiteX163" fmla="*/ 95811 w 200025"/>
                    <a:gd name="connsiteY163" fmla="*/ 57356 h 200025"/>
                    <a:gd name="connsiteX164" fmla="*/ 93723 w 200025"/>
                    <a:gd name="connsiteY164" fmla="*/ 57614 h 200025"/>
                    <a:gd name="connsiteX165" fmla="*/ 91650 w 200025"/>
                    <a:gd name="connsiteY165" fmla="*/ 57974 h 200025"/>
                    <a:gd name="connsiteX166" fmla="*/ 89598 w 200025"/>
                    <a:gd name="connsiteY166" fmla="*/ 58435 h 200025"/>
                    <a:gd name="connsiteX167" fmla="*/ 87570 w 200025"/>
                    <a:gd name="connsiteY167" fmla="*/ 58996 h 200025"/>
                    <a:gd name="connsiteX168" fmla="*/ 85573 w 200025"/>
                    <a:gd name="connsiteY168" fmla="*/ 59656 h 200025"/>
                    <a:gd name="connsiteX169" fmla="*/ 83610 w 200025"/>
                    <a:gd name="connsiteY169" fmla="*/ 60413 h 200025"/>
                    <a:gd name="connsiteX170" fmla="*/ 81686 w 200025"/>
                    <a:gd name="connsiteY170" fmla="*/ 61265 h 200025"/>
                    <a:gd name="connsiteX171" fmla="*/ 79807 w 200025"/>
                    <a:gd name="connsiteY171" fmla="*/ 62211 h 200025"/>
                    <a:gd name="connsiteX172" fmla="*/ 77977 w 200025"/>
                    <a:gd name="connsiteY172" fmla="*/ 63248 h 200025"/>
                    <a:gd name="connsiteX173" fmla="*/ 76199 w 200025"/>
                    <a:gd name="connsiteY173" fmla="*/ 64374 h 200025"/>
                    <a:gd name="connsiteX174" fmla="*/ 74479 w 200025"/>
                    <a:gd name="connsiteY174" fmla="*/ 65585 h 200025"/>
                    <a:gd name="connsiteX175" fmla="*/ 72821 w 200025"/>
                    <a:gd name="connsiteY175" fmla="*/ 66879 h 200025"/>
                    <a:gd name="connsiteX176" fmla="*/ 71228 w 200025"/>
                    <a:gd name="connsiteY176" fmla="*/ 68253 h 200025"/>
                    <a:gd name="connsiteX177" fmla="*/ 69704 w 200025"/>
                    <a:gd name="connsiteY177" fmla="*/ 69704 h 200025"/>
                    <a:gd name="connsiteX178" fmla="*/ 68253 w 200025"/>
                    <a:gd name="connsiteY178" fmla="*/ 71228 h 200025"/>
                    <a:gd name="connsiteX179" fmla="*/ 66879 w 200025"/>
                    <a:gd name="connsiteY179" fmla="*/ 72821 h 200025"/>
                    <a:gd name="connsiteX180" fmla="*/ 65585 w 200025"/>
                    <a:gd name="connsiteY180" fmla="*/ 74479 h 200025"/>
                    <a:gd name="connsiteX181" fmla="*/ 64374 w 200025"/>
                    <a:gd name="connsiteY181" fmla="*/ 76199 h 200025"/>
                    <a:gd name="connsiteX182" fmla="*/ 63248 w 200025"/>
                    <a:gd name="connsiteY182" fmla="*/ 77977 h 200025"/>
                    <a:gd name="connsiteX183" fmla="*/ 62211 w 200025"/>
                    <a:gd name="connsiteY183" fmla="*/ 79807 h 200025"/>
                    <a:gd name="connsiteX184" fmla="*/ 61265 w 200025"/>
                    <a:gd name="connsiteY184" fmla="*/ 81686 h 200025"/>
                    <a:gd name="connsiteX185" fmla="*/ 60413 w 200025"/>
                    <a:gd name="connsiteY185" fmla="*/ 83610 h 200025"/>
                    <a:gd name="connsiteX186" fmla="*/ 59656 w 200025"/>
                    <a:gd name="connsiteY186" fmla="*/ 85573 h 200025"/>
                    <a:gd name="connsiteX187" fmla="*/ 58996 w 200025"/>
                    <a:gd name="connsiteY187" fmla="*/ 87570 h 200025"/>
                    <a:gd name="connsiteX188" fmla="*/ 58435 w 200025"/>
                    <a:gd name="connsiteY188" fmla="*/ 89598 h 200025"/>
                    <a:gd name="connsiteX189" fmla="*/ 57974 w 200025"/>
                    <a:gd name="connsiteY189" fmla="*/ 91650 h 200025"/>
                    <a:gd name="connsiteX190" fmla="*/ 57614 w 200025"/>
                    <a:gd name="connsiteY190" fmla="*/ 93723 h 200025"/>
                    <a:gd name="connsiteX191" fmla="*/ 57356 w 200025"/>
                    <a:gd name="connsiteY191" fmla="*/ 95811 h 200025"/>
                    <a:gd name="connsiteX192" fmla="*/ 57202 w 200025"/>
                    <a:gd name="connsiteY192" fmla="*/ 97909 h 200025"/>
                    <a:gd name="connsiteX193" fmla="*/ 57150 w 200025"/>
                    <a:gd name="connsiteY193" fmla="*/ 100013 h 200025"/>
                    <a:gd name="connsiteX194" fmla="*/ 57202 w 200025"/>
                    <a:gd name="connsiteY194" fmla="*/ 102116 h 200025"/>
                    <a:gd name="connsiteX195" fmla="*/ 57356 w 200025"/>
                    <a:gd name="connsiteY195" fmla="*/ 104214 h 200025"/>
                    <a:gd name="connsiteX196" fmla="*/ 57614 w 200025"/>
                    <a:gd name="connsiteY196" fmla="*/ 106302 h 200025"/>
                    <a:gd name="connsiteX197" fmla="*/ 57974 w 200025"/>
                    <a:gd name="connsiteY197" fmla="*/ 108375 h 200025"/>
                    <a:gd name="connsiteX198" fmla="*/ 58435 w 200025"/>
                    <a:gd name="connsiteY198" fmla="*/ 110427 h 200025"/>
                    <a:gd name="connsiteX199" fmla="*/ 58996 w 200025"/>
                    <a:gd name="connsiteY199" fmla="*/ 112455 h 200025"/>
                    <a:gd name="connsiteX200" fmla="*/ 59656 w 200025"/>
                    <a:gd name="connsiteY200" fmla="*/ 114452 h 200025"/>
                    <a:gd name="connsiteX201" fmla="*/ 60413 w 200025"/>
                    <a:gd name="connsiteY201" fmla="*/ 116415 h 200025"/>
                    <a:gd name="connsiteX202" fmla="*/ 61265 w 200025"/>
                    <a:gd name="connsiteY202" fmla="*/ 118339 h 200025"/>
                    <a:gd name="connsiteX203" fmla="*/ 62211 w 200025"/>
                    <a:gd name="connsiteY203" fmla="*/ 120218 h 200025"/>
                    <a:gd name="connsiteX204" fmla="*/ 63248 w 200025"/>
                    <a:gd name="connsiteY204" fmla="*/ 122048 h 200025"/>
                    <a:gd name="connsiteX205" fmla="*/ 64374 w 200025"/>
                    <a:gd name="connsiteY205" fmla="*/ 123826 h 200025"/>
                    <a:gd name="connsiteX206" fmla="*/ 65585 w 200025"/>
                    <a:gd name="connsiteY206" fmla="*/ 125546 h 200025"/>
                    <a:gd name="connsiteX207" fmla="*/ 66879 w 200025"/>
                    <a:gd name="connsiteY207" fmla="*/ 127204 h 200025"/>
                    <a:gd name="connsiteX208" fmla="*/ 68253 w 200025"/>
                    <a:gd name="connsiteY208" fmla="*/ 128797 h 200025"/>
                    <a:gd name="connsiteX209" fmla="*/ 69704 w 200025"/>
                    <a:gd name="connsiteY209" fmla="*/ 130321 h 200025"/>
                    <a:gd name="connsiteX210" fmla="*/ 71228 w 200025"/>
                    <a:gd name="connsiteY210" fmla="*/ 131772 h 200025"/>
                    <a:gd name="connsiteX211" fmla="*/ 72821 w 200025"/>
                    <a:gd name="connsiteY211" fmla="*/ 133146 h 200025"/>
                    <a:gd name="connsiteX212" fmla="*/ 74479 w 200025"/>
                    <a:gd name="connsiteY212" fmla="*/ 134440 h 200025"/>
                    <a:gd name="connsiteX213" fmla="*/ 76199 w 200025"/>
                    <a:gd name="connsiteY213" fmla="*/ 135651 h 200025"/>
                    <a:gd name="connsiteX214" fmla="*/ 77977 w 200025"/>
                    <a:gd name="connsiteY214" fmla="*/ 136777 h 200025"/>
                    <a:gd name="connsiteX215" fmla="*/ 79807 w 200025"/>
                    <a:gd name="connsiteY215" fmla="*/ 137814 h 200025"/>
                    <a:gd name="connsiteX216" fmla="*/ 81686 w 200025"/>
                    <a:gd name="connsiteY216" fmla="*/ 138760 h 200025"/>
                    <a:gd name="connsiteX217" fmla="*/ 83610 w 200025"/>
                    <a:gd name="connsiteY217" fmla="*/ 139612 h 200025"/>
                    <a:gd name="connsiteX218" fmla="*/ 85573 w 200025"/>
                    <a:gd name="connsiteY218" fmla="*/ 140369 h 200025"/>
                    <a:gd name="connsiteX219" fmla="*/ 87570 w 200025"/>
                    <a:gd name="connsiteY219" fmla="*/ 141029 h 200025"/>
                    <a:gd name="connsiteX220" fmla="*/ 89598 w 200025"/>
                    <a:gd name="connsiteY220" fmla="*/ 141590 h 200025"/>
                    <a:gd name="connsiteX221" fmla="*/ 91650 w 200025"/>
                    <a:gd name="connsiteY221" fmla="*/ 142051 h 200025"/>
                    <a:gd name="connsiteX222" fmla="*/ 93723 w 200025"/>
                    <a:gd name="connsiteY222" fmla="*/ 142411 h 200025"/>
                    <a:gd name="connsiteX223" fmla="*/ 95811 w 200025"/>
                    <a:gd name="connsiteY223" fmla="*/ 142669 h 200025"/>
                    <a:gd name="connsiteX224" fmla="*/ 97909 w 200025"/>
                    <a:gd name="connsiteY224" fmla="*/ 142823 h 200025"/>
                    <a:gd name="connsiteX225" fmla="*/ 100013 w 200025"/>
                    <a:gd name="connsiteY225" fmla="*/ 142875 h 200025"/>
                    <a:gd name="connsiteX226" fmla="*/ 102116 w 200025"/>
                    <a:gd name="connsiteY226" fmla="*/ 142823 h 200025"/>
                    <a:gd name="connsiteX227" fmla="*/ 104214 w 200025"/>
                    <a:gd name="connsiteY227" fmla="*/ 142669 h 200025"/>
                    <a:gd name="connsiteX228" fmla="*/ 106302 w 200025"/>
                    <a:gd name="connsiteY228" fmla="*/ 142411 h 200025"/>
                    <a:gd name="connsiteX229" fmla="*/ 108375 w 200025"/>
                    <a:gd name="connsiteY229" fmla="*/ 142051 h 200025"/>
                    <a:gd name="connsiteX230" fmla="*/ 110427 w 200025"/>
                    <a:gd name="connsiteY230" fmla="*/ 141590 h 200025"/>
                    <a:gd name="connsiteX231" fmla="*/ 112455 w 200025"/>
                    <a:gd name="connsiteY231" fmla="*/ 141029 h 200025"/>
                    <a:gd name="connsiteX232" fmla="*/ 114452 w 200025"/>
                    <a:gd name="connsiteY232" fmla="*/ 140369 h 200025"/>
                    <a:gd name="connsiteX233" fmla="*/ 116415 w 200025"/>
                    <a:gd name="connsiteY233" fmla="*/ 139612 h 200025"/>
                    <a:gd name="connsiteX234" fmla="*/ 118339 w 200025"/>
                    <a:gd name="connsiteY234" fmla="*/ 138760 h 200025"/>
                    <a:gd name="connsiteX235" fmla="*/ 120218 w 200025"/>
                    <a:gd name="connsiteY235" fmla="*/ 137814 h 200025"/>
                    <a:gd name="connsiteX236" fmla="*/ 122048 w 200025"/>
                    <a:gd name="connsiteY236" fmla="*/ 136777 h 200025"/>
                    <a:gd name="connsiteX237" fmla="*/ 123826 w 200025"/>
                    <a:gd name="connsiteY237" fmla="*/ 135651 h 200025"/>
                    <a:gd name="connsiteX238" fmla="*/ 125546 w 200025"/>
                    <a:gd name="connsiteY238" fmla="*/ 134440 h 200025"/>
                    <a:gd name="connsiteX239" fmla="*/ 127204 w 200025"/>
                    <a:gd name="connsiteY239" fmla="*/ 133146 h 200025"/>
                    <a:gd name="connsiteX240" fmla="*/ 128797 w 200025"/>
                    <a:gd name="connsiteY240" fmla="*/ 131772 h 200025"/>
                    <a:gd name="connsiteX241" fmla="*/ 130321 w 200025"/>
                    <a:gd name="connsiteY241" fmla="*/ 130321 h 200025"/>
                    <a:gd name="connsiteX242" fmla="*/ 131772 w 200025"/>
                    <a:gd name="connsiteY242" fmla="*/ 128797 h 200025"/>
                    <a:gd name="connsiteX243" fmla="*/ 133146 w 200025"/>
                    <a:gd name="connsiteY243" fmla="*/ 127204 h 200025"/>
                    <a:gd name="connsiteX244" fmla="*/ 134440 w 200025"/>
                    <a:gd name="connsiteY244" fmla="*/ 125546 h 200025"/>
                    <a:gd name="connsiteX245" fmla="*/ 135651 w 200025"/>
                    <a:gd name="connsiteY245" fmla="*/ 123826 h 200025"/>
                    <a:gd name="connsiteX246" fmla="*/ 136777 w 200025"/>
                    <a:gd name="connsiteY246" fmla="*/ 122048 h 200025"/>
                    <a:gd name="connsiteX247" fmla="*/ 137814 w 200025"/>
                    <a:gd name="connsiteY247" fmla="*/ 120218 h 200025"/>
                    <a:gd name="connsiteX248" fmla="*/ 138760 w 200025"/>
                    <a:gd name="connsiteY248" fmla="*/ 118339 h 200025"/>
                    <a:gd name="connsiteX249" fmla="*/ 139612 w 200025"/>
                    <a:gd name="connsiteY249" fmla="*/ 116415 h 200025"/>
                    <a:gd name="connsiteX250" fmla="*/ 140369 w 200025"/>
                    <a:gd name="connsiteY250" fmla="*/ 114452 h 200025"/>
                    <a:gd name="connsiteX251" fmla="*/ 141029 w 200025"/>
                    <a:gd name="connsiteY251" fmla="*/ 112455 h 200025"/>
                    <a:gd name="connsiteX252" fmla="*/ 141590 w 200025"/>
                    <a:gd name="connsiteY252" fmla="*/ 110427 h 200025"/>
                    <a:gd name="connsiteX253" fmla="*/ 142051 w 200025"/>
                    <a:gd name="connsiteY253" fmla="*/ 108375 h 200025"/>
                    <a:gd name="connsiteX254" fmla="*/ 142411 w 200025"/>
                    <a:gd name="connsiteY254" fmla="*/ 106302 h 200025"/>
                    <a:gd name="connsiteX255" fmla="*/ 142669 w 200025"/>
                    <a:gd name="connsiteY255" fmla="*/ 104214 h 200025"/>
                    <a:gd name="connsiteX256" fmla="*/ 142823 w 200025"/>
                    <a:gd name="connsiteY256" fmla="*/ 102116 h 200025"/>
                    <a:gd name="connsiteX257" fmla="*/ 142875 w 200025"/>
                    <a:gd name="connsiteY257" fmla="*/ 100013 h 200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</a:cxnLst>
                  <a:rect l="l" t="t" r="r" b="b"/>
                  <a:pathLst>
                    <a:path w="200025" h="200025">
                      <a:moveTo>
                        <a:pt x="200025" y="100013"/>
                      </a:moveTo>
                      <a:cubicBezTo>
                        <a:pt x="200025" y="101649"/>
                        <a:pt x="199985" y="103285"/>
                        <a:pt x="199905" y="104920"/>
                      </a:cubicBezTo>
                      <a:cubicBezTo>
                        <a:pt x="199824" y="106555"/>
                        <a:pt x="199704" y="108187"/>
                        <a:pt x="199543" y="109815"/>
                      </a:cubicBezTo>
                      <a:cubicBezTo>
                        <a:pt x="199383" y="111444"/>
                        <a:pt x="199183" y="113068"/>
                        <a:pt x="198943" y="114687"/>
                      </a:cubicBezTo>
                      <a:cubicBezTo>
                        <a:pt x="198702" y="116306"/>
                        <a:pt x="198422" y="117919"/>
                        <a:pt x="198103" y="119524"/>
                      </a:cubicBezTo>
                      <a:cubicBezTo>
                        <a:pt x="197784" y="121129"/>
                        <a:pt x="197426" y="122726"/>
                        <a:pt x="197027" y="124314"/>
                      </a:cubicBezTo>
                      <a:cubicBezTo>
                        <a:pt x="196630" y="125901"/>
                        <a:pt x="196194" y="127478"/>
                        <a:pt x="195719" y="129045"/>
                      </a:cubicBezTo>
                      <a:cubicBezTo>
                        <a:pt x="195243" y="130611"/>
                        <a:pt x="194730" y="132165"/>
                        <a:pt x="194179" y="133706"/>
                      </a:cubicBezTo>
                      <a:cubicBezTo>
                        <a:pt x="193627" y="135247"/>
                        <a:pt x="193038" y="136773"/>
                        <a:pt x="192412" y="138286"/>
                      </a:cubicBezTo>
                      <a:cubicBezTo>
                        <a:pt x="191786" y="139798"/>
                        <a:pt x="191123" y="141294"/>
                        <a:pt x="190423" y="142773"/>
                      </a:cubicBezTo>
                      <a:cubicBezTo>
                        <a:pt x="189723" y="144253"/>
                        <a:pt x="188987" y="145715"/>
                        <a:pt x="188216" y="147158"/>
                      </a:cubicBezTo>
                      <a:cubicBezTo>
                        <a:pt x="187444" y="148602"/>
                        <a:pt x="186638" y="150025"/>
                        <a:pt x="185797" y="151429"/>
                      </a:cubicBezTo>
                      <a:cubicBezTo>
                        <a:pt x="184955" y="152833"/>
                        <a:pt x="184079" y="154216"/>
                        <a:pt x="183170" y="155577"/>
                      </a:cubicBezTo>
                      <a:cubicBezTo>
                        <a:pt x="182260" y="156937"/>
                        <a:pt x="181318" y="158275"/>
                        <a:pt x="180344" y="159589"/>
                      </a:cubicBezTo>
                      <a:cubicBezTo>
                        <a:pt x="179368" y="160905"/>
                        <a:pt x="178361" y="162195"/>
                        <a:pt x="177323" y="163459"/>
                      </a:cubicBezTo>
                      <a:cubicBezTo>
                        <a:pt x="176285" y="164725"/>
                        <a:pt x="175216" y="165964"/>
                        <a:pt x="174117" y="167177"/>
                      </a:cubicBezTo>
                      <a:cubicBezTo>
                        <a:pt x="173018" y="168390"/>
                        <a:pt x="171889" y="169575"/>
                        <a:pt x="170732" y="170732"/>
                      </a:cubicBezTo>
                      <a:cubicBezTo>
                        <a:pt x="169575" y="171889"/>
                        <a:pt x="168390" y="173018"/>
                        <a:pt x="167177" y="174117"/>
                      </a:cubicBezTo>
                      <a:cubicBezTo>
                        <a:pt x="165964" y="175216"/>
                        <a:pt x="164725" y="176285"/>
                        <a:pt x="163459" y="177323"/>
                      </a:cubicBezTo>
                      <a:cubicBezTo>
                        <a:pt x="162195" y="178361"/>
                        <a:pt x="160905" y="179368"/>
                        <a:pt x="159589" y="180344"/>
                      </a:cubicBezTo>
                      <a:cubicBezTo>
                        <a:pt x="158275" y="181318"/>
                        <a:pt x="156937" y="182260"/>
                        <a:pt x="155577" y="183170"/>
                      </a:cubicBezTo>
                      <a:cubicBezTo>
                        <a:pt x="154216" y="184079"/>
                        <a:pt x="152833" y="184954"/>
                        <a:pt x="151429" y="185796"/>
                      </a:cubicBezTo>
                      <a:cubicBezTo>
                        <a:pt x="150025" y="186638"/>
                        <a:pt x="148602" y="187444"/>
                        <a:pt x="147158" y="188216"/>
                      </a:cubicBezTo>
                      <a:cubicBezTo>
                        <a:pt x="145715" y="188987"/>
                        <a:pt x="144253" y="189723"/>
                        <a:pt x="142773" y="190423"/>
                      </a:cubicBezTo>
                      <a:cubicBezTo>
                        <a:pt x="141294" y="191123"/>
                        <a:pt x="139798" y="191786"/>
                        <a:pt x="138286" y="192412"/>
                      </a:cubicBezTo>
                      <a:cubicBezTo>
                        <a:pt x="136773" y="193038"/>
                        <a:pt x="135247" y="193627"/>
                        <a:pt x="133706" y="194179"/>
                      </a:cubicBezTo>
                      <a:cubicBezTo>
                        <a:pt x="132165" y="194730"/>
                        <a:pt x="130611" y="195243"/>
                        <a:pt x="129045" y="195719"/>
                      </a:cubicBezTo>
                      <a:cubicBezTo>
                        <a:pt x="127478" y="196194"/>
                        <a:pt x="125901" y="196630"/>
                        <a:pt x="124314" y="197027"/>
                      </a:cubicBezTo>
                      <a:cubicBezTo>
                        <a:pt x="122726" y="197426"/>
                        <a:pt x="121129" y="197784"/>
                        <a:pt x="119524" y="198103"/>
                      </a:cubicBezTo>
                      <a:cubicBezTo>
                        <a:pt x="117919" y="198422"/>
                        <a:pt x="116306" y="198702"/>
                        <a:pt x="114687" y="198943"/>
                      </a:cubicBezTo>
                      <a:cubicBezTo>
                        <a:pt x="113068" y="199183"/>
                        <a:pt x="111444" y="199383"/>
                        <a:pt x="109815" y="199543"/>
                      </a:cubicBezTo>
                      <a:cubicBezTo>
                        <a:pt x="108187" y="199704"/>
                        <a:pt x="106555" y="199824"/>
                        <a:pt x="104920" y="199905"/>
                      </a:cubicBezTo>
                      <a:cubicBezTo>
                        <a:pt x="103285" y="199985"/>
                        <a:pt x="101649" y="200025"/>
                        <a:pt x="100013" y="200025"/>
                      </a:cubicBezTo>
                      <a:cubicBezTo>
                        <a:pt x="98376" y="200025"/>
                        <a:pt x="96740" y="199985"/>
                        <a:pt x="95105" y="199905"/>
                      </a:cubicBezTo>
                      <a:cubicBezTo>
                        <a:pt x="93470" y="199824"/>
                        <a:pt x="91838" y="199704"/>
                        <a:pt x="90210" y="199543"/>
                      </a:cubicBezTo>
                      <a:cubicBezTo>
                        <a:pt x="88581" y="199383"/>
                        <a:pt x="86957" y="199183"/>
                        <a:pt x="85338" y="198943"/>
                      </a:cubicBezTo>
                      <a:cubicBezTo>
                        <a:pt x="83719" y="198702"/>
                        <a:pt x="82106" y="198422"/>
                        <a:pt x="80501" y="198103"/>
                      </a:cubicBezTo>
                      <a:cubicBezTo>
                        <a:pt x="78896" y="197784"/>
                        <a:pt x="77299" y="197426"/>
                        <a:pt x="75711" y="197027"/>
                      </a:cubicBezTo>
                      <a:cubicBezTo>
                        <a:pt x="74124" y="196630"/>
                        <a:pt x="72547" y="196194"/>
                        <a:pt x="70980" y="195719"/>
                      </a:cubicBezTo>
                      <a:cubicBezTo>
                        <a:pt x="69414" y="195243"/>
                        <a:pt x="67860" y="194730"/>
                        <a:pt x="66319" y="194179"/>
                      </a:cubicBezTo>
                      <a:cubicBezTo>
                        <a:pt x="64778" y="193627"/>
                        <a:pt x="63252" y="193038"/>
                        <a:pt x="61739" y="192412"/>
                      </a:cubicBezTo>
                      <a:cubicBezTo>
                        <a:pt x="60227" y="191786"/>
                        <a:pt x="58731" y="191123"/>
                        <a:pt x="57252" y="190423"/>
                      </a:cubicBezTo>
                      <a:cubicBezTo>
                        <a:pt x="55772" y="189723"/>
                        <a:pt x="54310" y="188987"/>
                        <a:pt x="52867" y="188216"/>
                      </a:cubicBezTo>
                      <a:cubicBezTo>
                        <a:pt x="51423" y="187444"/>
                        <a:pt x="50000" y="186638"/>
                        <a:pt x="48596" y="185797"/>
                      </a:cubicBezTo>
                      <a:cubicBezTo>
                        <a:pt x="47192" y="184955"/>
                        <a:pt x="45809" y="184079"/>
                        <a:pt x="44449" y="183170"/>
                      </a:cubicBezTo>
                      <a:cubicBezTo>
                        <a:pt x="43088" y="182260"/>
                        <a:pt x="41750" y="181318"/>
                        <a:pt x="40435" y="180344"/>
                      </a:cubicBezTo>
                      <a:cubicBezTo>
                        <a:pt x="39120" y="179368"/>
                        <a:pt x="37830" y="178361"/>
                        <a:pt x="36565" y="177323"/>
                      </a:cubicBezTo>
                      <a:cubicBezTo>
                        <a:pt x="35300" y="176285"/>
                        <a:pt x="34061" y="175216"/>
                        <a:pt x="32848" y="174117"/>
                      </a:cubicBezTo>
                      <a:cubicBezTo>
                        <a:pt x="31635" y="173018"/>
                        <a:pt x="30450" y="171889"/>
                        <a:pt x="29293" y="170732"/>
                      </a:cubicBezTo>
                      <a:cubicBezTo>
                        <a:pt x="28136" y="169575"/>
                        <a:pt x="27007" y="168390"/>
                        <a:pt x="25908" y="167177"/>
                      </a:cubicBezTo>
                      <a:cubicBezTo>
                        <a:pt x="24809" y="165964"/>
                        <a:pt x="23740" y="164725"/>
                        <a:pt x="22702" y="163459"/>
                      </a:cubicBezTo>
                      <a:cubicBezTo>
                        <a:pt x="21663" y="162195"/>
                        <a:pt x="20657" y="160905"/>
                        <a:pt x="19682" y="159589"/>
                      </a:cubicBezTo>
                      <a:cubicBezTo>
                        <a:pt x="18707" y="158275"/>
                        <a:pt x="17764" y="156937"/>
                        <a:pt x="16855" y="155577"/>
                      </a:cubicBezTo>
                      <a:cubicBezTo>
                        <a:pt x="15946" y="154216"/>
                        <a:pt x="15070" y="152833"/>
                        <a:pt x="14229" y="151429"/>
                      </a:cubicBezTo>
                      <a:cubicBezTo>
                        <a:pt x="13387" y="150025"/>
                        <a:pt x="12581" y="148602"/>
                        <a:pt x="11809" y="147158"/>
                      </a:cubicBezTo>
                      <a:cubicBezTo>
                        <a:pt x="11038" y="145715"/>
                        <a:pt x="10302" y="144253"/>
                        <a:pt x="9602" y="142773"/>
                      </a:cubicBezTo>
                      <a:cubicBezTo>
                        <a:pt x="8902" y="141294"/>
                        <a:pt x="8239" y="139798"/>
                        <a:pt x="7613" y="138286"/>
                      </a:cubicBezTo>
                      <a:cubicBezTo>
                        <a:pt x="6987" y="136773"/>
                        <a:pt x="6398" y="135247"/>
                        <a:pt x="5846" y="133706"/>
                      </a:cubicBezTo>
                      <a:cubicBezTo>
                        <a:pt x="5295" y="132165"/>
                        <a:pt x="4782" y="130611"/>
                        <a:pt x="4307" y="129045"/>
                      </a:cubicBezTo>
                      <a:cubicBezTo>
                        <a:pt x="3831" y="127478"/>
                        <a:pt x="3395" y="125901"/>
                        <a:pt x="2997" y="124314"/>
                      </a:cubicBezTo>
                      <a:cubicBezTo>
                        <a:pt x="2600" y="122726"/>
                        <a:pt x="2241" y="121129"/>
                        <a:pt x="1922" y="119524"/>
                      </a:cubicBezTo>
                      <a:cubicBezTo>
                        <a:pt x="1602" y="117919"/>
                        <a:pt x="1323" y="116306"/>
                        <a:pt x="1083" y="114687"/>
                      </a:cubicBezTo>
                      <a:cubicBezTo>
                        <a:pt x="842" y="113068"/>
                        <a:pt x="642" y="111444"/>
                        <a:pt x="482" y="109815"/>
                      </a:cubicBezTo>
                      <a:cubicBezTo>
                        <a:pt x="321" y="108187"/>
                        <a:pt x="201" y="106555"/>
                        <a:pt x="120" y="104920"/>
                      </a:cubicBezTo>
                      <a:cubicBezTo>
                        <a:pt x="40" y="103285"/>
                        <a:pt x="0" y="101649"/>
                        <a:pt x="0" y="100013"/>
                      </a:cubicBezTo>
                      <a:cubicBezTo>
                        <a:pt x="0" y="98376"/>
                        <a:pt x="40" y="96740"/>
                        <a:pt x="120" y="95105"/>
                      </a:cubicBezTo>
                      <a:cubicBezTo>
                        <a:pt x="201" y="93470"/>
                        <a:pt x="321" y="91838"/>
                        <a:pt x="482" y="90210"/>
                      </a:cubicBezTo>
                      <a:cubicBezTo>
                        <a:pt x="642" y="88581"/>
                        <a:pt x="842" y="86957"/>
                        <a:pt x="1083" y="85338"/>
                      </a:cubicBezTo>
                      <a:cubicBezTo>
                        <a:pt x="1323" y="83719"/>
                        <a:pt x="1602" y="82106"/>
                        <a:pt x="1922" y="80501"/>
                      </a:cubicBezTo>
                      <a:cubicBezTo>
                        <a:pt x="2241" y="78896"/>
                        <a:pt x="2600" y="77299"/>
                        <a:pt x="2997" y="75711"/>
                      </a:cubicBezTo>
                      <a:cubicBezTo>
                        <a:pt x="3395" y="74124"/>
                        <a:pt x="3831" y="72547"/>
                        <a:pt x="4307" y="70980"/>
                      </a:cubicBezTo>
                      <a:cubicBezTo>
                        <a:pt x="4782" y="69414"/>
                        <a:pt x="5295" y="67860"/>
                        <a:pt x="5846" y="66319"/>
                      </a:cubicBezTo>
                      <a:cubicBezTo>
                        <a:pt x="6398" y="64778"/>
                        <a:pt x="6987" y="63252"/>
                        <a:pt x="7613" y="61739"/>
                      </a:cubicBezTo>
                      <a:cubicBezTo>
                        <a:pt x="8239" y="60227"/>
                        <a:pt x="8902" y="58731"/>
                        <a:pt x="9602" y="57252"/>
                      </a:cubicBezTo>
                      <a:cubicBezTo>
                        <a:pt x="10302" y="55772"/>
                        <a:pt x="11038" y="54310"/>
                        <a:pt x="11809" y="52867"/>
                      </a:cubicBezTo>
                      <a:cubicBezTo>
                        <a:pt x="12581" y="51423"/>
                        <a:pt x="13387" y="50000"/>
                        <a:pt x="14229" y="48596"/>
                      </a:cubicBezTo>
                      <a:cubicBezTo>
                        <a:pt x="15070" y="47192"/>
                        <a:pt x="15946" y="45809"/>
                        <a:pt x="16855" y="44449"/>
                      </a:cubicBezTo>
                      <a:cubicBezTo>
                        <a:pt x="17764" y="43088"/>
                        <a:pt x="18707" y="41750"/>
                        <a:pt x="19682" y="40435"/>
                      </a:cubicBezTo>
                      <a:cubicBezTo>
                        <a:pt x="20657" y="39120"/>
                        <a:pt x="21663" y="37830"/>
                        <a:pt x="22702" y="36565"/>
                      </a:cubicBezTo>
                      <a:cubicBezTo>
                        <a:pt x="23740" y="35300"/>
                        <a:pt x="24809" y="34061"/>
                        <a:pt x="25908" y="32848"/>
                      </a:cubicBezTo>
                      <a:cubicBezTo>
                        <a:pt x="27007" y="31635"/>
                        <a:pt x="28136" y="30450"/>
                        <a:pt x="29293" y="29293"/>
                      </a:cubicBezTo>
                      <a:cubicBezTo>
                        <a:pt x="30450" y="28136"/>
                        <a:pt x="31635" y="27007"/>
                        <a:pt x="32848" y="25908"/>
                      </a:cubicBezTo>
                      <a:cubicBezTo>
                        <a:pt x="34061" y="24809"/>
                        <a:pt x="35300" y="23740"/>
                        <a:pt x="36565" y="22702"/>
                      </a:cubicBezTo>
                      <a:cubicBezTo>
                        <a:pt x="37830" y="21663"/>
                        <a:pt x="39120" y="20657"/>
                        <a:pt x="40435" y="19682"/>
                      </a:cubicBezTo>
                      <a:cubicBezTo>
                        <a:pt x="41750" y="18707"/>
                        <a:pt x="43088" y="17764"/>
                        <a:pt x="44449" y="16855"/>
                      </a:cubicBezTo>
                      <a:cubicBezTo>
                        <a:pt x="45809" y="15946"/>
                        <a:pt x="47192" y="15070"/>
                        <a:pt x="48596" y="14229"/>
                      </a:cubicBezTo>
                      <a:cubicBezTo>
                        <a:pt x="50000" y="13387"/>
                        <a:pt x="51423" y="12581"/>
                        <a:pt x="52867" y="11809"/>
                      </a:cubicBezTo>
                      <a:cubicBezTo>
                        <a:pt x="54310" y="11038"/>
                        <a:pt x="55772" y="10302"/>
                        <a:pt x="57252" y="9602"/>
                      </a:cubicBezTo>
                      <a:cubicBezTo>
                        <a:pt x="58731" y="8902"/>
                        <a:pt x="60227" y="8239"/>
                        <a:pt x="61739" y="7613"/>
                      </a:cubicBezTo>
                      <a:cubicBezTo>
                        <a:pt x="63252" y="6987"/>
                        <a:pt x="64778" y="6398"/>
                        <a:pt x="66319" y="5846"/>
                      </a:cubicBezTo>
                      <a:cubicBezTo>
                        <a:pt x="67860" y="5295"/>
                        <a:pt x="69414" y="4782"/>
                        <a:pt x="70980" y="4307"/>
                      </a:cubicBezTo>
                      <a:cubicBezTo>
                        <a:pt x="72547" y="3831"/>
                        <a:pt x="74124" y="3395"/>
                        <a:pt x="75711" y="2997"/>
                      </a:cubicBezTo>
                      <a:cubicBezTo>
                        <a:pt x="77299" y="2600"/>
                        <a:pt x="78896" y="2241"/>
                        <a:pt x="80501" y="1922"/>
                      </a:cubicBezTo>
                      <a:cubicBezTo>
                        <a:pt x="82106" y="1602"/>
                        <a:pt x="83719" y="1323"/>
                        <a:pt x="85338" y="1083"/>
                      </a:cubicBezTo>
                      <a:cubicBezTo>
                        <a:pt x="86957" y="842"/>
                        <a:pt x="88581" y="642"/>
                        <a:pt x="90210" y="482"/>
                      </a:cubicBezTo>
                      <a:cubicBezTo>
                        <a:pt x="91838" y="321"/>
                        <a:pt x="93470" y="201"/>
                        <a:pt x="95105" y="120"/>
                      </a:cubicBezTo>
                      <a:cubicBezTo>
                        <a:pt x="96740" y="40"/>
                        <a:pt x="98376" y="0"/>
                        <a:pt x="100013" y="0"/>
                      </a:cubicBezTo>
                      <a:cubicBezTo>
                        <a:pt x="101649" y="0"/>
                        <a:pt x="103285" y="40"/>
                        <a:pt x="104920" y="120"/>
                      </a:cubicBezTo>
                      <a:cubicBezTo>
                        <a:pt x="106555" y="201"/>
                        <a:pt x="108187" y="321"/>
                        <a:pt x="109815" y="482"/>
                      </a:cubicBezTo>
                      <a:cubicBezTo>
                        <a:pt x="111444" y="642"/>
                        <a:pt x="113068" y="842"/>
                        <a:pt x="114687" y="1083"/>
                      </a:cubicBezTo>
                      <a:cubicBezTo>
                        <a:pt x="116306" y="1323"/>
                        <a:pt x="117919" y="1602"/>
                        <a:pt x="119524" y="1922"/>
                      </a:cubicBezTo>
                      <a:cubicBezTo>
                        <a:pt x="121129" y="2241"/>
                        <a:pt x="122726" y="2600"/>
                        <a:pt x="124314" y="2997"/>
                      </a:cubicBezTo>
                      <a:cubicBezTo>
                        <a:pt x="125901" y="3395"/>
                        <a:pt x="127478" y="3831"/>
                        <a:pt x="129045" y="4307"/>
                      </a:cubicBezTo>
                      <a:cubicBezTo>
                        <a:pt x="130611" y="4782"/>
                        <a:pt x="132165" y="5295"/>
                        <a:pt x="133706" y="5846"/>
                      </a:cubicBezTo>
                      <a:cubicBezTo>
                        <a:pt x="135247" y="6398"/>
                        <a:pt x="136773" y="6987"/>
                        <a:pt x="138286" y="7613"/>
                      </a:cubicBezTo>
                      <a:cubicBezTo>
                        <a:pt x="139798" y="8239"/>
                        <a:pt x="141294" y="8902"/>
                        <a:pt x="142773" y="9602"/>
                      </a:cubicBezTo>
                      <a:cubicBezTo>
                        <a:pt x="144253" y="10302"/>
                        <a:pt x="145715" y="11038"/>
                        <a:pt x="147158" y="11809"/>
                      </a:cubicBezTo>
                      <a:cubicBezTo>
                        <a:pt x="148602" y="12581"/>
                        <a:pt x="150025" y="13387"/>
                        <a:pt x="151429" y="14229"/>
                      </a:cubicBezTo>
                      <a:cubicBezTo>
                        <a:pt x="152833" y="15070"/>
                        <a:pt x="154216" y="15946"/>
                        <a:pt x="155577" y="16855"/>
                      </a:cubicBezTo>
                      <a:cubicBezTo>
                        <a:pt x="156937" y="17764"/>
                        <a:pt x="158275" y="18707"/>
                        <a:pt x="159589" y="19682"/>
                      </a:cubicBezTo>
                      <a:cubicBezTo>
                        <a:pt x="160905" y="20657"/>
                        <a:pt x="162195" y="21663"/>
                        <a:pt x="163459" y="22702"/>
                      </a:cubicBezTo>
                      <a:cubicBezTo>
                        <a:pt x="164725" y="23740"/>
                        <a:pt x="165964" y="24809"/>
                        <a:pt x="167177" y="25908"/>
                      </a:cubicBezTo>
                      <a:cubicBezTo>
                        <a:pt x="168390" y="27007"/>
                        <a:pt x="169575" y="28136"/>
                        <a:pt x="170732" y="29293"/>
                      </a:cubicBezTo>
                      <a:cubicBezTo>
                        <a:pt x="171889" y="30450"/>
                        <a:pt x="173018" y="31635"/>
                        <a:pt x="174117" y="32848"/>
                      </a:cubicBezTo>
                      <a:cubicBezTo>
                        <a:pt x="175216" y="34061"/>
                        <a:pt x="176285" y="35300"/>
                        <a:pt x="177323" y="36565"/>
                      </a:cubicBezTo>
                      <a:cubicBezTo>
                        <a:pt x="178361" y="37830"/>
                        <a:pt x="179368" y="39120"/>
                        <a:pt x="180344" y="40435"/>
                      </a:cubicBezTo>
                      <a:cubicBezTo>
                        <a:pt x="181318" y="41750"/>
                        <a:pt x="182260" y="43088"/>
                        <a:pt x="183170" y="44449"/>
                      </a:cubicBezTo>
                      <a:cubicBezTo>
                        <a:pt x="184079" y="45809"/>
                        <a:pt x="184954" y="47192"/>
                        <a:pt x="185796" y="48596"/>
                      </a:cubicBezTo>
                      <a:cubicBezTo>
                        <a:pt x="186638" y="50000"/>
                        <a:pt x="187444" y="51423"/>
                        <a:pt x="188216" y="52867"/>
                      </a:cubicBezTo>
                      <a:cubicBezTo>
                        <a:pt x="188987" y="54310"/>
                        <a:pt x="189723" y="55772"/>
                        <a:pt x="190423" y="57252"/>
                      </a:cubicBezTo>
                      <a:cubicBezTo>
                        <a:pt x="191123" y="58731"/>
                        <a:pt x="191786" y="60227"/>
                        <a:pt x="192412" y="61739"/>
                      </a:cubicBezTo>
                      <a:cubicBezTo>
                        <a:pt x="193038" y="63252"/>
                        <a:pt x="193627" y="64778"/>
                        <a:pt x="194179" y="66319"/>
                      </a:cubicBezTo>
                      <a:cubicBezTo>
                        <a:pt x="194730" y="67860"/>
                        <a:pt x="195243" y="69414"/>
                        <a:pt x="195719" y="70980"/>
                      </a:cubicBezTo>
                      <a:cubicBezTo>
                        <a:pt x="196194" y="72547"/>
                        <a:pt x="196630" y="74124"/>
                        <a:pt x="197027" y="75711"/>
                      </a:cubicBezTo>
                      <a:cubicBezTo>
                        <a:pt x="197426" y="77299"/>
                        <a:pt x="197784" y="78896"/>
                        <a:pt x="198103" y="80501"/>
                      </a:cubicBezTo>
                      <a:cubicBezTo>
                        <a:pt x="198422" y="82106"/>
                        <a:pt x="198702" y="83719"/>
                        <a:pt x="198943" y="85338"/>
                      </a:cubicBezTo>
                      <a:cubicBezTo>
                        <a:pt x="199183" y="86957"/>
                        <a:pt x="199383" y="88581"/>
                        <a:pt x="199543" y="90210"/>
                      </a:cubicBezTo>
                      <a:cubicBezTo>
                        <a:pt x="199704" y="91838"/>
                        <a:pt x="199824" y="93470"/>
                        <a:pt x="199905" y="95105"/>
                      </a:cubicBezTo>
                      <a:cubicBezTo>
                        <a:pt x="199985" y="96740"/>
                        <a:pt x="200025" y="98376"/>
                        <a:pt x="200025" y="100013"/>
                      </a:cubicBezTo>
                      <a:close/>
                      <a:moveTo>
                        <a:pt x="142875" y="100013"/>
                      </a:moveTo>
                      <a:cubicBezTo>
                        <a:pt x="142875" y="99311"/>
                        <a:pt x="142858" y="98610"/>
                        <a:pt x="142823" y="97909"/>
                      </a:cubicBezTo>
                      <a:cubicBezTo>
                        <a:pt x="142789" y="97209"/>
                        <a:pt x="142737" y="96509"/>
                        <a:pt x="142669" y="95811"/>
                      </a:cubicBezTo>
                      <a:cubicBezTo>
                        <a:pt x="142600" y="95113"/>
                        <a:pt x="142514" y="94417"/>
                        <a:pt x="142411" y="93723"/>
                      </a:cubicBezTo>
                      <a:cubicBezTo>
                        <a:pt x="142308" y="93029"/>
                        <a:pt x="142188" y="92338"/>
                        <a:pt x="142051" y="91650"/>
                      </a:cubicBezTo>
                      <a:cubicBezTo>
                        <a:pt x="141915" y="90962"/>
                        <a:pt x="141761" y="90278"/>
                        <a:pt x="141590" y="89598"/>
                      </a:cubicBezTo>
                      <a:cubicBezTo>
                        <a:pt x="141420" y="88917"/>
                        <a:pt x="141233" y="88241"/>
                        <a:pt x="141029" y="87570"/>
                      </a:cubicBezTo>
                      <a:cubicBezTo>
                        <a:pt x="140826" y="86899"/>
                        <a:pt x="140606" y="86233"/>
                        <a:pt x="140369" y="85573"/>
                      </a:cubicBezTo>
                      <a:cubicBezTo>
                        <a:pt x="140133" y="84912"/>
                        <a:pt x="139881" y="84258"/>
                        <a:pt x="139612" y="83610"/>
                      </a:cubicBezTo>
                      <a:cubicBezTo>
                        <a:pt x="139344" y="82962"/>
                        <a:pt x="139060" y="82321"/>
                        <a:pt x="138760" y="81686"/>
                      </a:cubicBezTo>
                      <a:cubicBezTo>
                        <a:pt x="138460" y="81052"/>
                        <a:pt x="138145" y="80426"/>
                        <a:pt x="137814" y="79807"/>
                      </a:cubicBezTo>
                      <a:cubicBezTo>
                        <a:pt x="137483" y="79189"/>
                        <a:pt x="137138" y="78578"/>
                        <a:pt x="136777" y="77977"/>
                      </a:cubicBezTo>
                      <a:cubicBezTo>
                        <a:pt x="136416" y="77375"/>
                        <a:pt x="136041" y="76783"/>
                        <a:pt x="135651" y="76199"/>
                      </a:cubicBezTo>
                      <a:cubicBezTo>
                        <a:pt x="135262" y="75616"/>
                        <a:pt x="134858" y="75043"/>
                        <a:pt x="134440" y="74479"/>
                      </a:cubicBezTo>
                      <a:cubicBezTo>
                        <a:pt x="134022" y="73916"/>
                        <a:pt x="133591" y="73363"/>
                        <a:pt x="133146" y="72821"/>
                      </a:cubicBezTo>
                      <a:cubicBezTo>
                        <a:pt x="132701" y="72279"/>
                        <a:pt x="132243" y="71748"/>
                        <a:pt x="131772" y="71228"/>
                      </a:cubicBezTo>
                      <a:cubicBezTo>
                        <a:pt x="131300" y="70708"/>
                        <a:pt x="130817" y="70200"/>
                        <a:pt x="130321" y="69704"/>
                      </a:cubicBezTo>
                      <a:cubicBezTo>
                        <a:pt x="129825" y="69208"/>
                        <a:pt x="129317" y="68725"/>
                        <a:pt x="128797" y="68253"/>
                      </a:cubicBezTo>
                      <a:cubicBezTo>
                        <a:pt x="128277" y="67782"/>
                        <a:pt x="127746" y="67324"/>
                        <a:pt x="127204" y="66879"/>
                      </a:cubicBezTo>
                      <a:cubicBezTo>
                        <a:pt x="126662" y="66434"/>
                        <a:pt x="126109" y="66003"/>
                        <a:pt x="125546" y="65585"/>
                      </a:cubicBezTo>
                      <a:cubicBezTo>
                        <a:pt x="124982" y="65167"/>
                        <a:pt x="124409" y="64763"/>
                        <a:pt x="123826" y="64374"/>
                      </a:cubicBezTo>
                      <a:cubicBezTo>
                        <a:pt x="123242" y="63984"/>
                        <a:pt x="122650" y="63609"/>
                        <a:pt x="122048" y="63248"/>
                      </a:cubicBezTo>
                      <a:cubicBezTo>
                        <a:pt x="121447" y="62887"/>
                        <a:pt x="120836" y="62542"/>
                        <a:pt x="120218" y="62211"/>
                      </a:cubicBezTo>
                      <a:cubicBezTo>
                        <a:pt x="119599" y="61880"/>
                        <a:pt x="118973" y="61565"/>
                        <a:pt x="118339" y="61265"/>
                      </a:cubicBezTo>
                      <a:cubicBezTo>
                        <a:pt x="117704" y="60965"/>
                        <a:pt x="117063" y="60681"/>
                        <a:pt x="116415" y="60413"/>
                      </a:cubicBezTo>
                      <a:cubicBezTo>
                        <a:pt x="115767" y="60144"/>
                        <a:pt x="115113" y="59892"/>
                        <a:pt x="114452" y="59656"/>
                      </a:cubicBezTo>
                      <a:cubicBezTo>
                        <a:pt x="113792" y="59419"/>
                        <a:pt x="113126" y="59199"/>
                        <a:pt x="112455" y="58996"/>
                      </a:cubicBezTo>
                      <a:cubicBezTo>
                        <a:pt x="111784" y="58792"/>
                        <a:pt x="111108" y="58605"/>
                        <a:pt x="110427" y="58435"/>
                      </a:cubicBezTo>
                      <a:cubicBezTo>
                        <a:pt x="109747" y="58264"/>
                        <a:pt x="109063" y="58110"/>
                        <a:pt x="108375" y="57974"/>
                      </a:cubicBezTo>
                      <a:cubicBezTo>
                        <a:pt x="107687" y="57837"/>
                        <a:pt x="106996" y="57717"/>
                        <a:pt x="106302" y="57614"/>
                      </a:cubicBezTo>
                      <a:cubicBezTo>
                        <a:pt x="105608" y="57511"/>
                        <a:pt x="104912" y="57425"/>
                        <a:pt x="104214" y="57356"/>
                      </a:cubicBezTo>
                      <a:cubicBezTo>
                        <a:pt x="103516" y="57288"/>
                        <a:pt x="102816" y="57236"/>
                        <a:pt x="102116" y="57202"/>
                      </a:cubicBezTo>
                      <a:cubicBezTo>
                        <a:pt x="101415" y="57167"/>
                        <a:pt x="100714" y="57150"/>
                        <a:pt x="100013" y="57150"/>
                      </a:cubicBezTo>
                      <a:cubicBezTo>
                        <a:pt x="99311" y="57150"/>
                        <a:pt x="98610" y="57167"/>
                        <a:pt x="97909" y="57202"/>
                      </a:cubicBezTo>
                      <a:cubicBezTo>
                        <a:pt x="97209" y="57236"/>
                        <a:pt x="96509" y="57288"/>
                        <a:pt x="95811" y="57356"/>
                      </a:cubicBezTo>
                      <a:cubicBezTo>
                        <a:pt x="95113" y="57425"/>
                        <a:pt x="94417" y="57511"/>
                        <a:pt x="93723" y="57614"/>
                      </a:cubicBezTo>
                      <a:cubicBezTo>
                        <a:pt x="93029" y="57717"/>
                        <a:pt x="92338" y="57837"/>
                        <a:pt x="91650" y="57974"/>
                      </a:cubicBezTo>
                      <a:cubicBezTo>
                        <a:pt x="90962" y="58110"/>
                        <a:pt x="90278" y="58264"/>
                        <a:pt x="89598" y="58435"/>
                      </a:cubicBezTo>
                      <a:cubicBezTo>
                        <a:pt x="88917" y="58605"/>
                        <a:pt x="88241" y="58792"/>
                        <a:pt x="87570" y="58996"/>
                      </a:cubicBezTo>
                      <a:cubicBezTo>
                        <a:pt x="86899" y="59199"/>
                        <a:pt x="86233" y="59419"/>
                        <a:pt x="85573" y="59656"/>
                      </a:cubicBezTo>
                      <a:cubicBezTo>
                        <a:pt x="84912" y="59892"/>
                        <a:pt x="84258" y="60144"/>
                        <a:pt x="83610" y="60413"/>
                      </a:cubicBezTo>
                      <a:cubicBezTo>
                        <a:pt x="82962" y="60681"/>
                        <a:pt x="82321" y="60965"/>
                        <a:pt x="81686" y="61265"/>
                      </a:cubicBezTo>
                      <a:cubicBezTo>
                        <a:pt x="81052" y="61565"/>
                        <a:pt x="80426" y="61880"/>
                        <a:pt x="79807" y="62211"/>
                      </a:cubicBezTo>
                      <a:cubicBezTo>
                        <a:pt x="79189" y="62542"/>
                        <a:pt x="78578" y="62887"/>
                        <a:pt x="77977" y="63248"/>
                      </a:cubicBezTo>
                      <a:cubicBezTo>
                        <a:pt x="77375" y="63609"/>
                        <a:pt x="76783" y="63984"/>
                        <a:pt x="76199" y="64374"/>
                      </a:cubicBezTo>
                      <a:cubicBezTo>
                        <a:pt x="75616" y="64763"/>
                        <a:pt x="75043" y="65167"/>
                        <a:pt x="74479" y="65585"/>
                      </a:cubicBezTo>
                      <a:cubicBezTo>
                        <a:pt x="73916" y="66003"/>
                        <a:pt x="73363" y="66434"/>
                        <a:pt x="72821" y="66879"/>
                      </a:cubicBezTo>
                      <a:cubicBezTo>
                        <a:pt x="72279" y="67324"/>
                        <a:pt x="71748" y="67782"/>
                        <a:pt x="71228" y="68253"/>
                      </a:cubicBezTo>
                      <a:cubicBezTo>
                        <a:pt x="70708" y="68725"/>
                        <a:pt x="70200" y="69208"/>
                        <a:pt x="69704" y="69704"/>
                      </a:cubicBezTo>
                      <a:cubicBezTo>
                        <a:pt x="69208" y="70200"/>
                        <a:pt x="68725" y="70708"/>
                        <a:pt x="68253" y="71228"/>
                      </a:cubicBezTo>
                      <a:cubicBezTo>
                        <a:pt x="67782" y="71748"/>
                        <a:pt x="67324" y="72279"/>
                        <a:pt x="66879" y="72821"/>
                      </a:cubicBezTo>
                      <a:cubicBezTo>
                        <a:pt x="66434" y="73363"/>
                        <a:pt x="66003" y="73916"/>
                        <a:pt x="65585" y="74479"/>
                      </a:cubicBezTo>
                      <a:cubicBezTo>
                        <a:pt x="65167" y="75043"/>
                        <a:pt x="64763" y="75616"/>
                        <a:pt x="64374" y="76199"/>
                      </a:cubicBezTo>
                      <a:cubicBezTo>
                        <a:pt x="63984" y="76783"/>
                        <a:pt x="63609" y="77375"/>
                        <a:pt x="63248" y="77977"/>
                      </a:cubicBezTo>
                      <a:cubicBezTo>
                        <a:pt x="62887" y="78578"/>
                        <a:pt x="62542" y="79189"/>
                        <a:pt x="62211" y="79807"/>
                      </a:cubicBezTo>
                      <a:cubicBezTo>
                        <a:pt x="61880" y="80426"/>
                        <a:pt x="61565" y="81052"/>
                        <a:pt x="61265" y="81686"/>
                      </a:cubicBezTo>
                      <a:cubicBezTo>
                        <a:pt x="60965" y="82321"/>
                        <a:pt x="60681" y="82962"/>
                        <a:pt x="60413" y="83610"/>
                      </a:cubicBezTo>
                      <a:cubicBezTo>
                        <a:pt x="60144" y="84258"/>
                        <a:pt x="59892" y="84912"/>
                        <a:pt x="59656" y="85573"/>
                      </a:cubicBezTo>
                      <a:cubicBezTo>
                        <a:pt x="59419" y="86233"/>
                        <a:pt x="59199" y="86899"/>
                        <a:pt x="58996" y="87570"/>
                      </a:cubicBezTo>
                      <a:cubicBezTo>
                        <a:pt x="58792" y="88241"/>
                        <a:pt x="58605" y="88917"/>
                        <a:pt x="58435" y="89598"/>
                      </a:cubicBezTo>
                      <a:cubicBezTo>
                        <a:pt x="58264" y="90278"/>
                        <a:pt x="58110" y="90962"/>
                        <a:pt x="57974" y="91650"/>
                      </a:cubicBezTo>
                      <a:cubicBezTo>
                        <a:pt x="57837" y="92338"/>
                        <a:pt x="57717" y="93029"/>
                        <a:pt x="57614" y="93723"/>
                      </a:cubicBezTo>
                      <a:cubicBezTo>
                        <a:pt x="57511" y="94417"/>
                        <a:pt x="57425" y="95113"/>
                        <a:pt x="57356" y="95811"/>
                      </a:cubicBezTo>
                      <a:cubicBezTo>
                        <a:pt x="57288" y="96509"/>
                        <a:pt x="57236" y="97209"/>
                        <a:pt x="57202" y="97909"/>
                      </a:cubicBezTo>
                      <a:cubicBezTo>
                        <a:pt x="57167" y="98610"/>
                        <a:pt x="57150" y="99311"/>
                        <a:pt x="57150" y="100013"/>
                      </a:cubicBezTo>
                      <a:cubicBezTo>
                        <a:pt x="57150" y="100714"/>
                        <a:pt x="57167" y="101415"/>
                        <a:pt x="57202" y="102116"/>
                      </a:cubicBezTo>
                      <a:cubicBezTo>
                        <a:pt x="57236" y="102816"/>
                        <a:pt x="57288" y="103516"/>
                        <a:pt x="57356" y="104214"/>
                      </a:cubicBezTo>
                      <a:cubicBezTo>
                        <a:pt x="57425" y="104912"/>
                        <a:pt x="57511" y="105608"/>
                        <a:pt x="57614" y="106302"/>
                      </a:cubicBezTo>
                      <a:cubicBezTo>
                        <a:pt x="57717" y="106996"/>
                        <a:pt x="57837" y="107687"/>
                        <a:pt x="57974" y="108375"/>
                      </a:cubicBezTo>
                      <a:cubicBezTo>
                        <a:pt x="58110" y="109063"/>
                        <a:pt x="58264" y="109747"/>
                        <a:pt x="58435" y="110427"/>
                      </a:cubicBezTo>
                      <a:cubicBezTo>
                        <a:pt x="58605" y="111108"/>
                        <a:pt x="58792" y="111784"/>
                        <a:pt x="58996" y="112455"/>
                      </a:cubicBezTo>
                      <a:cubicBezTo>
                        <a:pt x="59199" y="113126"/>
                        <a:pt x="59419" y="113792"/>
                        <a:pt x="59656" y="114452"/>
                      </a:cubicBezTo>
                      <a:cubicBezTo>
                        <a:pt x="59892" y="115113"/>
                        <a:pt x="60144" y="115767"/>
                        <a:pt x="60413" y="116415"/>
                      </a:cubicBezTo>
                      <a:cubicBezTo>
                        <a:pt x="60681" y="117063"/>
                        <a:pt x="60965" y="117704"/>
                        <a:pt x="61265" y="118339"/>
                      </a:cubicBezTo>
                      <a:cubicBezTo>
                        <a:pt x="61565" y="118973"/>
                        <a:pt x="61880" y="119599"/>
                        <a:pt x="62211" y="120218"/>
                      </a:cubicBezTo>
                      <a:cubicBezTo>
                        <a:pt x="62542" y="120836"/>
                        <a:pt x="62887" y="121447"/>
                        <a:pt x="63248" y="122048"/>
                      </a:cubicBezTo>
                      <a:cubicBezTo>
                        <a:pt x="63609" y="122650"/>
                        <a:pt x="63984" y="123242"/>
                        <a:pt x="64374" y="123826"/>
                      </a:cubicBezTo>
                      <a:cubicBezTo>
                        <a:pt x="64763" y="124409"/>
                        <a:pt x="65167" y="124982"/>
                        <a:pt x="65585" y="125546"/>
                      </a:cubicBezTo>
                      <a:cubicBezTo>
                        <a:pt x="66003" y="126109"/>
                        <a:pt x="66434" y="126662"/>
                        <a:pt x="66879" y="127204"/>
                      </a:cubicBezTo>
                      <a:cubicBezTo>
                        <a:pt x="67324" y="127746"/>
                        <a:pt x="67782" y="128277"/>
                        <a:pt x="68253" y="128797"/>
                      </a:cubicBezTo>
                      <a:cubicBezTo>
                        <a:pt x="68725" y="129317"/>
                        <a:pt x="69208" y="129825"/>
                        <a:pt x="69704" y="130321"/>
                      </a:cubicBezTo>
                      <a:cubicBezTo>
                        <a:pt x="70200" y="130817"/>
                        <a:pt x="70708" y="131300"/>
                        <a:pt x="71228" y="131772"/>
                      </a:cubicBezTo>
                      <a:cubicBezTo>
                        <a:pt x="71748" y="132243"/>
                        <a:pt x="72279" y="132701"/>
                        <a:pt x="72821" y="133146"/>
                      </a:cubicBezTo>
                      <a:cubicBezTo>
                        <a:pt x="73363" y="133591"/>
                        <a:pt x="73916" y="134022"/>
                        <a:pt x="74479" y="134440"/>
                      </a:cubicBezTo>
                      <a:cubicBezTo>
                        <a:pt x="75043" y="134858"/>
                        <a:pt x="75616" y="135262"/>
                        <a:pt x="76199" y="135651"/>
                      </a:cubicBezTo>
                      <a:cubicBezTo>
                        <a:pt x="76783" y="136041"/>
                        <a:pt x="77375" y="136416"/>
                        <a:pt x="77977" y="136777"/>
                      </a:cubicBezTo>
                      <a:cubicBezTo>
                        <a:pt x="78578" y="137138"/>
                        <a:pt x="79189" y="137483"/>
                        <a:pt x="79807" y="137814"/>
                      </a:cubicBezTo>
                      <a:cubicBezTo>
                        <a:pt x="80426" y="138145"/>
                        <a:pt x="81052" y="138460"/>
                        <a:pt x="81686" y="138760"/>
                      </a:cubicBezTo>
                      <a:cubicBezTo>
                        <a:pt x="82321" y="139060"/>
                        <a:pt x="82962" y="139344"/>
                        <a:pt x="83610" y="139612"/>
                      </a:cubicBezTo>
                      <a:cubicBezTo>
                        <a:pt x="84258" y="139881"/>
                        <a:pt x="84912" y="140133"/>
                        <a:pt x="85573" y="140369"/>
                      </a:cubicBezTo>
                      <a:cubicBezTo>
                        <a:pt x="86233" y="140606"/>
                        <a:pt x="86899" y="140826"/>
                        <a:pt x="87570" y="141029"/>
                      </a:cubicBezTo>
                      <a:cubicBezTo>
                        <a:pt x="88241" y="141233"/>
                        <a:pt x="88917" y="141420"/>
                        <a:pt x="89598" y="141590"/>
                      </a:cubicBezTo>
                      <a:cubicBezTo>
                        <a:pt x="90278" y="141761"/>
                        <a:pt x="90962" y="141915"/>
                        <a:pt x="91650" y="142051"/>
                      </a:cubicBezTo>
                      <a:cubicBezTo>
                        <a:pt x="92338" y="142188"/>
                        <a:pt x="93029" y="142308"/>
                        <a:pt x="93723" y="142411"/>
                      </a:cubicBezTo>
                      <a:cubicBezTo>
                        <a:pt x="94417" y="142514"/>
                        <a:pt x="95113" y="142600"/>
                        <a:pt x="95811" y="142669"/>
                      </a:cubicBezTo>
                      <a:cubicBezTo>
                        <a:pt x="96509" y="142737"/>
                        <a:pt x="97209" y="142789"/>
                        <a:pt x="97909" y="142823"/>
                      </a:cubicBezTo>
                      <a:cubicBezTo>
                        <a:pt x="98610" y="142858"/>
                        <a:pt x="99311" y="142875"/>
                        <a:pt x="100013" y="142875"/>
                      </a:cubicBezTo>
                      <a:cubicBezTo>
                        <a:pt x="100714" y="142875"/>
                        <a:pt x="101415" y="142858"/>
                        <a:pt x="102116" y="142823"/>
                      </a:cubicBezTo>
                      <a:cubicBezTo>
                        <a:pt x="102816" y="142789"/>
                        <a:pt x="103516" y="142737"/>
                        <a:pt x="104214" y="142669"/>
                      </a:cubicBezTo>
                      <a:cubicBezTo>
                        <a:pt x="104912" y="142600"/>
                        <a:pt x="105608" y="142514"/>
                        <a:pt x="106302" y="142411"/>
                      </a:cubicBezTo>
                      <a:cubicBezTo>
                        <a:pt x="106996" y="142308"/>
                        <a:pt x="107687" y="142188"/>
                        <a:pt x="108375" y="142051"/>
                      </a:cubicBezTo>
                      <a:cubicBezTo>
                        <a:pt x="109063" y="141915"/>
                        <a:pt x="109747" y="141761"/>
                        <a:pt x="110427" y="141590"/>
                      </a:cubicBezTo>
                      <a:cubicBezTo>
                        <a:pt x="111108" y="141420"/>
                        <a:pt x="111784" y="141233"/>
                        <a:pt x="112455" y="141029"/>
                      </a:cubicBezTo>
                      <a:cubicBezTo>
                        <a:pt x="113126" y="140826"/>
                        <a:pt x="113792" y="140606"/>
                        <a:pt x="114452" y="140369"/>
                      </a:cubicBezTo>
                      <a:cubicBezTo>
                        <a:pt x="115113" y="140133"/>
                        <a:pt x="115767" y="139881"/>
                        <a:pt x="116415" y="139612"/>
                      </a:cubicBezTo>
                      <a:cubicBezTo>
                        <a:pt x="117063" y="139344"/>
                        <a:pt x="117704" y="139060"/>
                        <a:pt x="118339" y="138760"/>
                      </a:cubicBezTo>
                      <a:cubicBezTo>
                        <a:pt x="118973" y="138460"/>
                        <a:pt x="119599" y="138145"/>
                        <a:pt x="120218" y="137814"/>
                      </a:cubicBezTo>
                      <a:cubicBezTo>
                        <a:pt x="120836" y="137483"/>
                        <a:pt x="121447" y="137138"/>
                        <a:pt x="122048" y="136777"/>
                      </a:cubicBezTo>
                      <a:cubicBezTo>
                        <a:pt x="122650" y="136416"/>
                        <a:pt x="123242" y="136041"/>
                        <a:pt x="123826" y="135651"/>
                      </a:cubicBezTo>
                      <a:cubicBezTo>
                        <a:pt x="124409" y="135262"/>
                        <a:pt x="124982" y="134858"/>
                        <a:pt x="125546" y="134440"/>
                      </a:cubicBezTo>
                      <a:cubicBezTo>
                        <a:pt x="126109" y="134022"/>
                        <a:pt x="126662" y="133591"/>
                        <a:pt x="127204" y="133146"/>
                      </a:cubicBezTo>
                      <a:cubicBezTo>
                        <a:pt x="127746" y="132701"/>
                        <a:pt x="128277" y="132243"/>
                        <a:pt x="128797" y="131772"/>
                      </a:cubicBezTo>
                      <a:cubicBezTo>
                        <a:pt x="129317" y="131300"/>
                        <a:pt x="129825" y="130817"/>
                        <a:pt x="130321" y="130321"/>
                      </a:cubicBezTo>
                      <a:cubicBezTo>
                        <a:pt x="130817" y="129825"/>
                        <a:pt x="131300" y="129317"/>
                        <a:pt x="131772" y="128797"/>
                      </a:cubicBezTo>
                      <a:cubicBezTo>
                        <a:pt x="132243" y="128277"/>
                        <a:pt x="132701" y="127746"/>
                        <a:pt x="133146" y="127204"/>
                      </a:cubicBezTo>
                      <a:cubicBezTo>
                        <a:pt x="133591" y="126662"/>
                        <a:pt x="134022" y="126109"/>
                        <a:pt x="134440" y="125546"/>
                      </a:cubicBezTo>
                      <a:cubicBezTo>
                        <a:pt x="134858" y="124982"/>
                        <a:pt x="135262" y="124409"/>
                        <a:pt x="135651" y="123826"/>
                      </a:cubicBezTo>
                      <a:cubicBezTo>
                        <a:pt x="136041" y="123242"/>
                        <a:pt x="136416" y="122650"/>
                        <a:pt x="136777" y="122048"/>
                      </a:cubicBezTo>
                      <a:cubicBezTo>
                        <a:pt x="137138" y="121447"/>
                        <a:pt x="137483" y="120836"/>
                        <a:pt x="137814" y="120218"/>
                      </a:cubicBezTo>
                      <a:cubicBezTo>
                        <a:pt x="138145" y="119599"/>
                        <a:pt x="138460" y="118973"/>
                        <a:pt x="138760" y="118339"/>
                      </a:cubicBezTo>
                      <a:cubicBezTo>
                        <a:pt x="139060" y="117704"/>
                        <a:pt x="139344" y="117063"/>
                        <a:pt x="139612" y="116415"/>
                      </a:cubicBezTo>
                      <a:cubicBezTo>
                        <a:pt x="139881" y="115767"/>
                        <a:pt x="140133" y="115113"/>
                        <a:pt x="140369" y="114452"/>
                      </a:cubicBezTo>
                      <a:cubicBezTo>
                        <a:pt x="140606" y="113792"/>
                        <a:pt x="140826" y="113126"/>
                        <a:pt x="141029" y="112455"/>
                      </a:cubicBezTo>
                      <a:cubicBezTo>
                        <a:pt x="141233" y="111784"/>
                        <a:pt x="141420" y="111108"/>
                        <a:pt x="141590" y="110427"/>
                      </a:cubicBezTo>
                      <a:cubicBezTo>
                        <a:pt x="141761" y="109747"/>
                        <a:pt x="141915" y="109063"/>
                        <a:pt x="142051" y="108375"/>
                      </a:cubicBezTo>
                      <a:cubicBezTo>
                        <a:pt x="142188" y="107687"/>
                        <a:pt x="142308" y="106996"/>
                        <a:pt x="142411" y="106302"/>
                      </a:cubicBezTo>
                      <a:cubicBezTo>
                        <a:pt x="142514" y="105608"/>
                        <a:pt x="142600" y="104912"/>
                        <a:pt x="142669" y="104214"/>
                      </a:cubicBezTo>
                      <a:cubicBezTo>
                        <a:pt x="142737" y="103516"/>
                        <a:pt x="142789" y="102816"/>
                        <a:pt x="142823" y="102116"/>
                      </a:cubicBezTo>
                      <a:cubicBezTo>
                        <a:pt x="142858" y="101415"/>
                        <a:pt x="142875" y="100714"/>
                        <a:pt x="142875" y="1000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3074987" y="1917700"/>
                <a:ext cx="200025" cy="200025"/>
                <a:chOff x="7424957" y="2650332"/>
                <a:chExt cx="200025" cy="200025"/>
              </a:xfrm>
            </p:grpSpPr>
            <p:sp>
              <p:nvSpPr>
                <p:cNvPr id="21" name="任意多边形: 形状 13"/>
                <p:cNvSpPr/>
                <p:nvPr/>
              </p:nvSpPr>
              <p:spPr>
                <a:xfrm>
                  <a:off x="7482107" y="2707482"/>
                  <a:ext cx="85725" cy="85725"/>
                </a:xfrm>
                <a:custGeom>
                  <a:avLst/>
                  <a:gdLst>
                    <a:gd name="connsiteX0" fmla="*/ 85725 w 85725"/>
                    <a:gd name="connsiteY0" fmla="*/ 42863 h 85725"/>
                    <a:gd name="connsiteX1" fmla="*/ 42863 w 85725"/>
                    <a:gd name="connsiteY1" fmla="*/ 85725 h 85725"/>
                    <a:gd name="connsiteX2" fmla="*/ 0 w 85725"/>
                    <a:gd name="connsiteY2" fmla="*/ 42863 h 85725"/>
                    <a:gd name="connsiteX3" fmla="*/ 42863 w 85725"/>
                    <a:gd name="connsiteY3" fmla="*/ 0 h 85725"/>
                    <a:gd name="connsiteX4" fmla="*/ 85725 w 85725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725" h="85725">
                      <a:moveTo>
                        <a:pt x="85725" y="42863"/>
                      </a:moveTo>
                      <a:cubicBezTo>
                        <a:pt x="85725" y="66535"/>
                        <a:pt x="66535" y="85725"/>
                        <a:pt x="42863" y="85725"/>
                      </a:cubicBezTo>
                      <a:cubicBezTo>
                        <a:pt x="19190" y="85725"/>
                        <a:pt x="0" y="66535"/>
                        <a:pt x="0" y="42863"/>
                      </a:cubicBezTo>
                      <a:cubicBezTo>
                        <a:pt x="0" y="19190"/>
                        <a:pt x="19190" y="0"/>
                        <a:pt x="42863" y="0"/>
                      </a:cubicBezTo>
                      <a:cubicBezTo>
                        <a:pt x="66535" y="0"/>
                        <a:pt x="85725" y="19190"/>
                        <a:pt x="85725" y="428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任意多边形: 形状 14"/>
                <p:cNvSpPr/>
                <p:nvPr/>
              </p:nvSpPr>
              <p:spPr>
                <a:xfrm>
                  <a:off x="7424957" y="2650332"/>
                  <a:ext cx="200025" cy="200025"/>
                </a:xfrm>
                <a:custGeom>
                  <a:avLst/>
                  <a:gdLst>
                    <a:gd name="connsiteX0" fmla="*/ 200025 w 200025"/>
                    <a:gd name="connsiteY0" fmla="*/ 100013 h 200025"/>
                    <a:gd name="connsiteX1" fmla="*/ 199905 w 200025"/>
                    <a:gd name="connsiteY1" fmla="*/ 104920 h 200025"/>
                    <a:gd name="connsiteX2" fmla="*/ 199543 w 200025"/>
                    <a:gd name="connsiteY2" fmla="*/ 109815 h 200025"/>
                    <a:gd name="connsiteX3" fmla="*/ 198943 w 200025"/>
                    <a:gd name="connsiteY3" fmla="*/ 114687 h 200025"/>
                    <a:gd name="connsiteX4" fmla="*/ 198103 w 200025"/>
                    <a:gd name="connsiteY4" fmla="*/ 119524 h 200025"/>
                    <a:gd name="connsiteX5" fmla="*/ 197027 w 200025"/>
                    <a:gd name="connsiteY5" fmla="*/ 124314 h 200025"/>
                    <a:gd name="connsiteX6" fmla="*/ 195719 w 200025"/>
                    <a:gd name="connsiteY6" fmla="*/ 129045 h 200025"/>
                    <a:gd name="connsiteX7" fmla="*/ 194179 w 200025"/>
                    <a:gd name="connsiteY7" fmla="*/ 133706 h 200025"/>
                    <a:gd name="connsiteX8" fmla="*/ 192412 w 200025"/>
                    <a:gd name="connsiteY8" fmla="*/ 138286 h 200025"/>
                    <a:gd name="connsiteX9" fmla="*/ 190423 w 200025"/>
                    <a:gd name="connsiteY9" fmla="*/ 142773 h 200025"/>
                    <a:gd name="connsiteX10" fmla="*/ 188216 w 200025"/>
                    <a:gd name="connsiteY10" fmla="*/ 147158 h 200025"/>
                    <a:gd name="connsiteX11" fmla="*/ 185797 w 200025"/>
                    <a:gd name="connsiteY11" fmla="*/ 151429 h 200025"/>
                    <a:gd name="connsiteX12" fmla="*/ 183170 w 200025"/>
                    <a:gd name="connsiteY12" fmla="*/ 155577 h 200025"/>
                    <a:gd name="connsiteX13" fmla="*/ 180344 w 200025"/>
                    <a:gd name="connsiteY13" fmla="*/ 159589 h 200025"/>
                    <a:gd name="connsiteX14" fmla="*/ 177323 w 200025"/>
                    <a:gd name="connsiteY14" fmla="*/ 163459 h 200025"/>
                    <a:gd name="connsiteX15" fmla="*/ 174117 w 200025"/>
                    <a:gd name="connsiteY15" fmla="*/ 167177 h 200025"/>
                    <a:gd name="connsiteX16" fmla="*/ 170732 w 200025"/>
                    <a:gd name="connsiteY16" fmla="*/ 170732 h 200025"/>
                    <a:gd name="connsiteX17" fmla="*/ 167177 w 200025"/>
                    <a:gd name="connsiteY17" fmla="*/ 174117 h 200025"/>
                    <a:gd name="connsiteX18" fmla="*/ 163459 w 200025"/>
                    <a:gd name="connsiteY18" fmla="*/ 177323 h 200025"/>
                    <a:gd name="connsiteX19" fmla="*/ 159589 w 200025"/>
                    <a:gd name="connsiteY19" fmla="*/ 180344 h 200025"/>
                    <a:gd name="connsiteX20" fmla="*/ 155577 w 200025"/>
                    <a:gd name="connsiteY20" fmla="*/ 183170 h 200025"/>
                    <a:gd name="connsiteX21" fmla="*/ 151429 w 200025"/>
                    <a:gd name="connsiteY21" fmla="*/ 185796 h 200025"/>
                    <a:gd name="connsiteX22" fmla="*/ 147158 w 200025"/>
                    <a:gd name="connsiteY22" fmla="*/ 188216 h 200025"/>
                    <a:gd name="connsiteX23" fmla="*/ 142773 w 200025"/>
                    <a:gd name="connsiteY23" fmla="*/ 190423 h 200025"/>
                    <a:gd name="connsiteX24" fmla="*/ 138286 w 200025"/>
                    <a:gd name="connsiteY24" fmla="*/ 192412 h 200025"/>
                    <a:gd name="connsiteX25" fmla="*/ 133706 w 200025"/>
                    <a:gd name="connsiteY25" fmla="*/ 194179 h 200025"/>
                    <a:gd name="connsiteX26" fmla="*/ 129045 w 200025"/>
                    <a:gd name="connsiteY26" fmla="*/ 195719 h 200025"/>
                    <a:gd name="connsiteX27" fmla="*/ 124314 w 200025"/>
                    <a:gd name="connsiteY27" fmla="*/ 197027 h 200025"/>
                    <a:gd name="connsiteX28" fmla="*/ 119524 w 200025"/>
                    <a:gd name="connsiteY28" fmla="*/ 198103 h 200025"/>
                    <a:gd name="connsiteX29" fmla="*/ 114687 w 200025"/>
                    <a:gd name="connsiteY29" fmla="*/ 198943 h 200025"/>
                    <a:gd name="connsiteX30" fmla="*/ 109815 w 200025"/>
                    <a:gd name="connsiteY30" fmla="*/ 199543 h 200025"/>
                    <a:gd name="connsiteX31" fmla="*/ 104920 w 200025"/>
                    <a:gd name="connsiteY31" fmla="*/ 199905 h 200025"/>
                    <a:gd name="connsiteX32" fmla="*/ 100013 w 200025"/>
                    <a:gd name="connsiteY32" fmla="*/ 200025 h 200025"/>
                    <a:gd name="connsiteX33" fmla="*/ 95105 w 200025"/>
                    <a:gd name="connsiteY33" fmla="*/ 199905 h 200025"/>
                    <a:gd name="connsiteX34" fmla="*/ 90210 w 200025"/>
                    <a:gd name="connsiteY34" fmla="*/ 199543 h 200025"/>
                    <a:gd name="connsiteX35" fmla="*/ 85338 w 200025"/>
                    <a:gd name="connsiteY35" fmla="*/ 198943 h 200025"/>
                    <a:gd name="connsiteX36" fmla="*/ 80501 w 200025"/>
                    <a:gd name="connsiteY36" fmla="*/ 198103 h 200025"/>
                    <a:gd name="connsiteX37" fmla="*/ 75711 w 200025"/>
                    <a:gd name="connsiteY37" fmla="*/ 197027 h 200025"/>
                    <a:gd name="connsiteX38" fmla="*/ 70980 w 200025"/>
                    <a:gd name="connsiteY38" fmla="*/ 195719 h 200025"/>
                    <a:gd name="connsiteX39" fmla="*/ 66319 w 200025"/>
                    <a:gd name="connsiteY39" fmla="*/ 194179 h 200025"/>
                    <a:gd name="connsiteX40" fmla="*/ 61739 w 200025"/>
                    <a:gd name="connsiteY40" fmla="*/ 192412 h 200025"/>
                    <a:gd name="connsiteX41" fmla="*/ 57252 w 200025"/>
                    <a:gd name="connsiteY41" fmla="*/ 190423 h 200025"/>
                    <a:gd name="connsiteX42" fmla="*/ 52867 w 200025"/>
                    <a:gd name="connsiteY42" fmla="*/ 188216 h 200025"/>
                    <a:gd name="connsiteX43" fmla="*/ 48596 w 200025"/>
                    <a:gd name="connsiteY43" fmla="*/ 185797 h 200025"/>
                    <a:gd name="connsiteX44" fmla="*/ 44449 w 200025"/>
                    <a:gd name="connsiteY44" fmla="*/ 183170 h 200025"/>
                    <a:gd name="connsiteX45" fmla="*/ 40435 w 200025"/>
                    <a:gd name="connsiteY45" fmla="*/ 180344 h 200025"/>
                    <a:gd name="connsiteX46" fmla="*/ 36565 w 200025"/>
                    <a:gd name="connsiteY46" fmla="*/ 177323 h 200025"/>
                    <a:gd name="connsiteX47" fmla="*/ 32848 w 200025"/>
                    <a:gd name="connsiteY47" fmla="*/ 174117 h 200025"/>
                    <a:gd name="connsiteX48" fmla="*/ 29293 w 200025"/>
                    <a:gd name="connsiteY48" fmla="*/ 170732 h 200025"/>
                    <a:gd name="connsiteX49" fmla="*/ 25908 w 200025"/>
                    <a:gd name="connsiteY49" fmla="*/ 167177 h 200025"/>
                    <a:gd name="connsiteX50" fmla="*/ 22702 w 200025"/>
                    <a:gd name="connsiteY50" fmla="*/ 163459 h 200025"/>
                    <a:gd name="connsiteX51" fmla="*/ 19682 w 200025"/>
                    <a:gd name="connsiteY51" fmla="*/ 159589 h 200025"/>
                    <a:gd name="connsiteX52" fmla="*/ 16855 w 200025"/>
                    <a:gd name="connsiteY52" fmla="*/ 155577 h 200025"/>
                    <a:gd name="connsiteX53" fmla="*/ 14229 w 200025"/>
                    <a:gd name="connsiteY53" fmla="*/ 151429 h 200025"/>
                    <a:gd name="connsiteX54" fmla="*/ 11809 w 200025"/>
                    <a:gd name="connsiteY54" fmla="*/ 147158 h 200025"/>
                    <a:gd name="connsiteX55" fmla="*/ 9602 w 200025"/>
                    <a:gd name="connsiteY55" fmla="*/ 142773 h 200025"/>
                    <a:gd name="connsiteX56" fmla="*/ 7613 w 200025"/>
                    <a:gd name="connsiteY56" fmla="*/ 138286 h 200025"/>
                    <a:gd name="connsiteX57" fmla="*/ 5846 w 200025"/>
                    <a:gd name="connsiteY57" fmla="*/ 133706 h 200025"/>
                    <a:gd name="connsiteX58" fmla="*/ 4307 w 200025"/>
                    <a:gd name="connsiteY58" fmla="*/ 129045 h 200025"/>
                    <a:gd name="connsiteX59" fmla="*/ 2997 w 200025"/>
                    <a:gd name="connsiteY59" fmla="*/ 124314 h 200025"/>
                    <a:gd name="connsiteX60" fmla="*/ 1922 w 200025"/>
                    <a:gd name="connsiteY60" fmla="*/ 119524 h 200025"/>
                    <a:gd name="connsiteX61" fmla="*/ 1083 w 200025"/>
                    <a:gd name="connsiteY61" fmla="*/ 114687 h 200025"/>
                    <a:gd name="connsiteX62" fmla="*/ 482 w 200025"/>
                    <a:gd name="connsiteY62" fmla="*/ 109815 h 200025"/>
                    <a:gd name="connsiteX63" fmla="*/ 120 w 200025"/>
                    <a:gd name="connsiteY63" fmla="*/ 104920 h 200025"/>
                    <a:gd name="connsiteX64" fmla="*/ 0 w 200025"/>
                    <a:gd name="connsiteY64" fmla="*/ 100013 h 200025"/>
                    <a:gd name="connsiteX65" fmla="*/ 120 w 200025"/>
                    <a:gd name="connsiteY65" fmla="*/ 95105 h 200025"/>
                    <a:gd name="connsiteX66" fmla="*/ 482 w 200025"/>
                    <a:gd name="connsiteY66" fmla="*/ 90210 h 200025"/>
                    <a:gd name="connsiteX67" fmla="*/ 1083 w 200025"/>
                    <a:gd name="connsiteY67" fmla="*/ 85338 h 200025"/>
                    <a:gd name="connsiteX68" fmla="*/ 1922 w 200025"/>
                    <a:gd name="connsiteY68" fmla="*/ 80501 h 200025"/>
                    <a:gd name="connsiteX69" fmla="*/ 2997 w 200025"/>
                    <a:gd name="connsiteY69" fmla="*/ 75711 h 200025"/>
                    <a:gd name="connsiteX70" fmla="*/ 4307 w 200025"/>
                    <a:gd name="connsiteY70" fmla="*/ 70980 h 200025"/>
                    <a:gd name="connsiteX71" fmla="*/ 5846 w 200025"/>
                    <a:gd name="connsiteY71" fmla="*/ 66319 h 200025"/>
                    <a:gd name="connsiteX72" fmla="*/ 7613 w 200025"/>
                    <a:gd name="connsiteY72" fmla="*/ 61739 h 200025"/>
                    <a:gd name="connsiteX73" fmla="*/ 9602 w 200025"/>
                    <a:gd name="connsiteY73" fmla="*/ 57252 h 200025"/>
                    <a:gd name="connsiteX74" fmla="*/ 11809 w 200025"/>
                    <a:gd name="connsiteY74" fmla="*/ 52867 h 200025"/>
                    <a:gd name="connsiteX75" fmla="*/ 14229 w 200025"/>
                    <a:gd name="connsiteY75" fmla="*/ 48596 h 200025"/>
                    <a:gd name="connsiteX76" fmla="*/ 16855 w 200025"/>
                    <a:gd name="connsiteY76" fmla="*/ 44449 h 200025"/>
                    <a:gd name="connsiteX77" fmla="*/ 19682 w 200025"/>
                    <a:gd name="connsiteY77" fmla="*/ 40435 h 200025"/>
                    <a:gd name="connsiteX78" fmla="*/ 22702 w 200025"/>
                    <a:gd name="connsiteY78" fmla="*/ 36565 h 200025"/>
                    <a:gd name="connsiteX79" fmla="*/ 25908 w 200025"/>
                    <a:gd name="connsiteY79" fmla="*/ 32848 h 200025"/>
                    <a:gd name="connsiteX80" fmla="*/ 29293 w 200025"/>
                    <a:gd name="connsiteY80" fmla="*/ 29293 h 200025"/>
                    <a:gd name="connsiteX81" fmla="*/ 32848 w 200025"/>
                    <a:gd name="connsiteY81" fmla="*/ 25908 h 200025"/>
                    <a:gd name="connsiteX82" fmla="*/ 36565 w 200025"/>
                    <a:gd name="connsiteY82" fmla="*/ 22702 h 200025"/>
                    <a:gd name="connsiteX83" fmla="*/ 40435 w 200025"/>
                    <a:gd name="connsiteY83" fmla="*/ 19682 h 200025"/>
                    <a:gd name="connsiteX84" fmla="*/ 44449 w 200025"/>
                    <a:gd name="connsiteY84" fmla="*/ 16855 h 200025"/>
                    <a:gd name="connsiteX85" fmla="*/ 48596 w 200025"/>
                    <a:gd name="connsiteY85" fmla="*/ 14229 h 200025"/>
                    <a:gd name="connsiteX86" fmla="*/ 52867 w 200025"/>
                    <a:gd name="connsiteY86" fmla="*/ 11809 h 200025"/>
                    <a:gd name="connsiteX87" fmla="*/ 57252 w 200025"/>
                    <a:gd name="connsiteY87" fmla="*/ 9602 h 200025"/>
                    <a:gd name="connsiteX88" fmla="*/ 61739 w 200025"/>
                    <a:gd name="connsiteY88" fmla="*/ 7613 h 200025"/>
                    <a:gd name="connsiteX89" fmla="*/ 66319 w 200025"/>
                    <a:gd name="connsiteY89" fmla="*/ 5846 h 200025"/>
                    <a:gd name="connsiteX90" fmla="*/ 70980 w 200025"/>
                    <a:gd name="connsiteY90" fmla="*/ 4307 h 200025"/>
                    <a:gd name="connsiteX91" fmla="*/ 75711 w 200025"/>
                    <a:gd name="connsiteY91" fmla="*/ 2997 h 200025"/>
                    <a:gd name="connsiteX92" fmla="*/ 80501 w 200025"/>
                    <a:gd name="connsiteY92" fmla="*/ 1922 h 200025"/>
                    <a:gd name="connsiteX93" fmla="*/ 85338 w 200025"/>
                    <a:gd name="connsiteY93" fmla="*/ 1083 h 200025"/>
                    <a:gd name="connsiteX94" fmla="*/ 90210 w 200025"/>
                    <a:gd name="connsiteY94" fmla="*/ 482 h 200025"/>
                    <a:gd name="connsiteX95" fmla="*/ 95105 w 200025"/>
                    <a:gd name="connsiteY95" fmla="*/ 120 h 200025"/>
                    <a:gd name="connsiteX96" fmla="*/ 100013 w 200025"/>
                    <a:gd name="connsiteY96" fmla="*/ 0 h 200025"/>
                    <a:gd name="connsiteX97" fmla="*/ 104920 w 200025"/>
                    <a:gd name="connsiteY97" fmla="*/ 120 h 200025"/>
                    <a:gd name="connsiteX98" fmla="*/ 109815 w 200025"/>
                    <a:gd name="connsiteY98" fmla="*/ 482 h 200025"/>
                    <a:gd name="connsiteX99" fmla="*/ 114687 w 200025"/>
                    <a:gd name="connsiteY99" fmla="*/ 1083 h 200025"/>
                    <a:gd name="connsiteX100" fmla="*/ 119524 w 200025"/>
                    <a:gd name="connsiteY100" fmla="*/ 1922 h 200025"/>
                    <a:gd name="connsiteX101" fmla="*/ 124314 w 200025"/>
                    <a:gd name="connsiteY101" fmla="*/ 2997 h 200025"/>
                    <a:gd name="connsiteX102" fmla="*/ 129045 w 200025"/>
                    <a:gd name="connsiteY102" fmla="*/ 4307 h 200025"/>
                    <a:gd name="connsiteX103" fmla="*/ 133706 w 200025"/>
                    <a:gd name="connsiteY103" fmla="*/ 5846 h 200025"/>
                    <a:gd name="connsiteX104" fmla="*/ 138286 w 200025"/>
                    <a:gd name="connsiteY104" fmla="*/ 7613 h 200025"/>
                    <a:gd name="connsiteX105" fmla="*/ 142773 w 200025"/>
                    <a:gd name="connsiteY105" fmla="*/ 9602 h 200025"/>
                    <a:gd name="connsiteX106" fmla="*/ 147158 w 200025"/>
                    <a:gd name="connsiteY106" fmla="*/ 11809 h 200025"/>
                    <a:gd name="connsiteX107" fmla="*/ 151429 w 200025"/>
                    <a:gd name="connsiteY107" fmla="*/ 14229 h 200025"/>
                    <a:gd name="connsiteX108" fmla="*/ 155577 w 200025"/>
                    <a:gd name="connsiteY108" fmla="*/ 16855 h 200025"/>
                    <a:gd name="connsiteX109" fmla="*/ 159589 w 200025"/>
                    <a:gd name="connsiteY109" fmla="*/ 19682 h 200025"/>
                    <a:gd name="connsiteX110" fmla="*/ 163459 w 200025"/>
                    <a:gd name="connsiteY110" fmla="*/ 22702 h 200025"/>
                    <a:gd name="connsiteX111" fmla="*/ 167177 w 200025"/>
                    <a:gd name="connsiteY111" fmla="*/ 25908 h 200025"/>
                    <a:gd name="connsiteX112" fmla="*/ 170732 w 200025"/>
                    <a:gd name="connsiteY112" fmla="*/ 29293 h 200025"/>
                    <a:gd name="connsiteX113" fmla="*/ 174117 w 200025"/>
                    <a:gd name="connsiteY113" fmla="*/ 32848 h 200025"/>
                    <a:gd name="connsiteX114" fmla="*/ 177323 w 200025"/>
                    <a:gd name="connsiteY114" fmla="*/ 36565 h 200025"/>
                    <a:gd name="connsiteX115" fmla="*/ 180344 w 200025"/>
                    <a:gd name="connsiteY115" fmla="*/ 40435 h 200025"/>
                    <a:gd name="connsiteX116" fmla="*/ 183170 w 200025"/>
                    <a:gd name="connsiteY116" fmla="*/ 44449 h 200025"/>
                    <a:gd name="connsiteX117" fmla="*/ 185796 w 200025"/>
                    <a:gd name="connsiteY117" fmla="*/ 48596 h 200025"/>
                    <a:gd name="connsiteX118" fmla="*/ 188216 w 200025"/>
                    <a:gd name="connsiteY118" fmla="*/ 52867 h 200025"/>
                    <a:gd name="connsiteX119" fmla="*/ 190423 w 200025"/>
                    <a:gd name="connsiteY119" fmla="*/ 57252 h 200025"/>
                    <a:gd name="connsiteX120" fmla="*/ 192412 w 200025"/>
                    <a:gd name="connsiteY120" fmla="*/ 61739 h 200025"/>
                    <a:gd name="connsiteX121" fmla="*/ 194179 w 200025"/>
                    <a:gd name="connsiteY121" fmla="*/ 66319 h 200025"/>
                    <a:gd name="connsiteX122" fmla="*/ 195719 w 200025"/>
                    <a:gd name="connsiteY122" fmla="*/ 70980 h 200025"/>
                    <a:gd name="connsiteX123" fmla="*/ 197027 w 200025"/>
                    <a:gd name="connsiteY123" fmla="*/ 75711 h 200025"/>
                    <a:gd name="connsiteX124" fmla="*/ 198103 w 200025"/>
                    <a:gd name="connsiteY124" fmla="*/ 80501 h 200025"/>
                    <a:gd name="connsiteX125" fmla="*/ 198943 w 200025"/>
                    <a:gd name="connsiteY125" fmla="*/ 85338 h 200025"/>
                    <a:gd name="connsiteX126" fmla="*/ 199543 w 200025"/>
                    <a:gd name="connsiteY126" fmla="*/ 90210 h 200025"/>
                    <a:gd name="connsiteX127" fmla="*/ 199905 w 200025"/>
                    <a:gd name="connsiteY127" fmla="*/ 95105 h 200025"/>
                    <a:gd name="connsiteX128" fmla="*/ 200025 w 200025"/>
                    <a:gd name="connsiteY128" fmla="*/ 100013 h 200025"/>
                    <a:gd name="connsiteX129" fmla="*/ 142875 w 200025"/>
                    <a:gd name="connsiteY129" fmla="*/ 100013 h 200025"/>
                    <a:gd name="connsiteX130" fmla="*/ 142823 w 200025"/>
                    <a:gd name="connsiteY130" fmla="*/ 97909 h 200025"/>
                    <a:gd name="connsiteX131" fmla="*/ 142669 w 200025"/>
                    <a:gd name="connsiteY131" fmla="*/ 95811 h 200025"/>
                    <a:gd name="connsiteX132" fmla="*/ 142411 w 200025"/>
                    <a:gd name="connsiteY132" fmla="*/ 93723 h 200025"/>
                    <a:gd name="connsiteX133" fmla="*/ 142051 w 200025"/>
                    <a:gd name="connsiteY133" fmla="*/ 91650 h 200025"/>
                    <a:gd name="connsiteX134" fmla="*/ 141590 w 200025"/>
                    <a:gd name="connsiteY134" fmla="*/ 89598 h 200025"/>
                    <a:gd name="connsiteX135" fmla="*/ 141029 w 200025"/>
                    <a:gd name="connsiteY135" fmla="*/ 87570 h 200025"/>
                    <a:gd name="connsiteX136" fmla="*/ 140369 w 200025"/>
                    <a:gd name="connsiteY136" fmla="*/ 85573 h 200025"/>
                    <a:gd name="connsiteX137" fmla="*/ 139612 w 200025"/>
                    <a:gd name="connsiteY137" fmla="*/ 83610 h 200025"/>
                    <a:gd name="connsiteX138" fmla="*/ 138760 w 200025"/>
                    <a:gd name="connsiteY138" fmla="*/ 81686 h 200025"/>
                    <a:gd name="connsiteX139" fmla="*/ 137814 w 200025"/>
                    <a:gd name="connsiteY139" fmla="*/ 79807 h 200025"/>
                    <a:gd name="connsiteX140" fmla="*/ 136777 w 200025"/>
                    <a:gd name="connsiteY140" fmla="*/ 77977 h 200025"/>
                    <a:gd name="connsiteX141" fmla="*/ 135651 w 200025"/>
                    <a:gd name="connsiteY141" fmla="*/ 76199 h 200025"/>
                    <a:gd name="connsiteX142" fmla="*/ 134440 w 200025"/>
                    <a:gd name="connsiteY142" fmla="*/ 74479 h 200025"/>
                    <a:gd name="connsiteX143" fmla="*/ 133146 w 200025"/>
                    <a:gd name="connsiteY143" fmla="*/ 72821 h 200025"/>
                    <a:gd name="connsiteX144" fmla="*/ 131772 w 200025"/>
                    <a:gd name="connsiteY144" fmla="*/ 71228 h 200025"/>
                    <a:gd name="connsiteX145" fmla="*/ 130321 w 200025"/>
                    <a:gd name="connsiteY145" fmla="*/ 69704 h 200025"/>
                    <a:gd name="connsiteX146" fmla="*/ 128797 w 200025"/>
                    <a:gd name="connsiteY146" fmla="*/ 68253 h 200025"/>
                    <a:gd name="connsiteX147" fmla="*/ 127204 w 200025"/>
                    <a:gd name="connsiteY147" fmla="*/ 66879 h 200025"/>
                    <a:gd name="connsiteX148" fmla="*/ 125546 w 200025"/>
                    <a:gd name="connsiteY148" fmla="*/ 65585 h 200025"/>
                    <a:gd name="connsiteX149" fmla="*/ 123826 w 200025"/>
                    <a:gd name="connsiteY149" fmla="*/ 64374 h 200025"/>
                    <a:gd name="connsiteX150" fmla="*/ 122048 w 200025"/>
                    <a:gd name="connsiteY150" fmla="*/ 63248 h 200025"/>
                    <a:gd name="connsiteX151" fmla="*/ 120218 w 200025"/>
                    <a:gd name="connsiteY151" fmla="*/ 62211 h 200025"/>
                    <a:gd name="connsiteX152" fmla="*/ 118339 w 200025"/>
                    <a:gd name="connsiteY152" fmla="*/ 61265 h 200025"/>
                    <a:gd name="connsiteX153" fmla="*/ 116415 w 200025"/>
                    <a:gd name="connsiteY153" fmla="*/ 60413 h 200025"/>
                    <a:gd name="connsiteX154" fmla="*/ 114452 w 200025"/>
                    <a:gd name="connsiteY154" fmla="*/ 59656 h 200025"/>
                    <a:gd name="connsiteX155" fmla="*/ 112455 w 200025"/>
                    <a:gd name="connsiteY155" fmla="*/ 58996 h 200025"/>
                    <a:gd name="connsiteX156" fmla="*/ 110427 w 200025"/>
                    <a:gd name="connsiteY156" fmla="*/ 58435 h 200025"/>
                    <a:gd name="connsiteX157" fmla="*/ 108375 w 200025"/>
                    <a:gd name="connsiteY157" fmla="*/ 57974 h 200025"/>
                    <a:gd name="connsiteX158" fmla="*/ 106302 w 200025"/>
                    <a:gd name="connsiteY158" fmla="*/ 57614 h 200025"/>
                    <a:gd name="connsiteX159" fmla="*/ 104214 w 200025"/>
                    <a:gd name="connsiteY159" fmla="*/ 57356 h 200025"/>
                    <a:gd name="connsiteX160" fmla="*/ 102116 w 200025"/>
                    <a:gd name="connsiteY160" fmla="*/ 57202 h 200025"/>
                    <a:gd name="connsiteX161" fmla="*/ 100013 w 200025"/>
                    <a:gd name="connsiteY161" fmla="*/ 57150 h 200025"/>
                    <a:gd name="connsiteX162" fmla="*/ 97909 w 200025"/>
                    <a:gd name="connsiteY162" fmla="*/ 57202 h 200025"/>
                    <a:gd name="connsiteX163" fmla="*/ 95811 w 200025"/>
                    <a:gd name="connsiteY163" fmla="*/ 57356 h 200025"/>
                    <a:gd name="connsiteX164" fmla="*/ 93723 w 200025"/>
                    <a:gd name="connsiteY164" fmla="*/ 57614 h 200025"/>
                    <a:gd name="connsiteX165" fmla="*/ 91650 w 200025"/>
                    <a:gd name="connsiteY165" fmla="*/ 57974 h 200025"/>
                    <a:gd name="connsiteX166" fmla="*/ 89598 w 200025"/>
                    <a:gd name="connsiteY166" fmla="*/ 58435 h 200025"/>
                    <a:gd name="connsiteX167" fmla="*/ 87570 w 200025"/>
                    <a:gd name="connsiteY167" fmla="*/ 58996 h 200025"/>
                    <a:gd name="connsiteX168" fmla="*/ 85573 w 200025"/>
                    <a:gd name="connsiteY168" fmla="*/ 59656 h 200025"/>
                    <a:gd name="connsiteX169" fmla="*/ 83610 w 200025"/>
                    <a:gd name="connsiteY169" fmla="*/ 60413 h 200025"/>
                    <a:gd name="connsiteX170" fmla="*/ 81686 w 200025"/>
                    <a:gd name="connsiteY170" fmla="*/ 61265 h 200025"/>
                    <a:gd name="connsiteX171" fmla="*/ 79807 w 200025"/>
                    <a:gd name="connsiteY171" fmla="*/ 62211 h 200025"/>
                    <a:gd name="connsiteX172" fmla="*/ 77977 w 200025"/>
                    <a:gd name="connsiteY172" fmla="*/ 63248 h 200025"/>
                    <a:gd name="connsiteX173" fmla="*/ 76199 w 200025"/>
                    <a:gd name="connsiteY173" fmla="*/ 64374 h 200025"/>
                    <a:gd name="connsiteX174" fmla="*/ 74479 w 200025"/>
                    <a:gd name="connsiteY174" fmla="*/ 65585 h 200025"/>
                    <a:gd name="connsiteX175" fmla="*/ 72821 w 200025"/>
                    <a:gd name="connsiteY175" fmla="*/ 66879 h 200025"/>
                    <a:gd name="connsiteX176" fmla="*/ 71228 w 200025"/>
                    <a:gd name="connsiteY176" fmla="*/ 68253 h 200025"/>
                    <a:gd name="connsiteX177" fmla="*/ 69704 w 200025"/>
                    <a:gd name="connsiteY177" fmla="*/ 69704 h 200025"/>
                    <a:gd name="connsiteX178" fmla="*/ 68253 w 200025"/>
                    <a:gd name="connsiteY178" fmla="*/ 71228 h 200025"/>
                    <a:gd name="connsiteX179" fmla="*/ 66879 w 200025"/>
                    <a:gd name="connsiteY179" fmla="*/ 72821 h 200025"/>
                    <a:gd name="connsiteX180" fmla="*/ 65585 w 200025"/>
                    <a:gd name="connsiteY180" fmla="*/ 74479 h 200025"/>
                    <a:gd name="connsiteX181" fmla="*/ 64374 w 200025"/>
                    <a:gd name="connsiteY181" fmla="*/ 76199 h 200025"/>
                    <a:gd name="connsiteX182" fmla="*/ 63248 w 200025"/>
                    <a:gd name="connsiteY182" fmla="*/ 77977 h 200025"/>
                    <a:gd name="connsiteX183" fmla="*/ 62211 w 200025"/>
                    <a:gd name="connsiteY183" fmla="*/ 79807 h 200025"/>
                    <a:gd name="connsiteX184" fmla="*/ 61265 w 200025"/>
                    <a:gd name="connsiteY184" fmla="*/ 81686 h 200025"/>
                    <a:gd name="connsiteX185" fmla="*/ 60413 w 200025"/>
                    <a:gd name="connsiteY185" fmla="*/ 83610 h 200025"/>
                    <a:gd name="connsiteX186" fmla="*/ 59656 w 200025"/>
                    <a:gd name="connsiteY186" fmla="*/ 85573 h 200025"/>
                    <a:gd name="connsiteX187" fmla="*/ 58996 w 200025"/>
                    <a:gd name="connsiteY187" fmla="*/ 87570 h 200025"/>
                    <a:gd name="connsiteX188" fmla="*/ 58435 w 200025"/>
                    <a:gd name="connsiteY188" fmla="*/ 89598 h 200025"/>
                    <a:gd name="connsiteX189" fmla="*/ 57974 w 200025"/>
                    <a:gd name="connsiteY189" fmla="*/ 91650 h 200025"/>
                    <a:gd name="connsiteX190" fmla="*/ 57614 w 200025"/>
                    <a:gd name="connsiteY190" fmla="*/ 93723 h 200025"/>
                    <a:gd name="connsiteX191" fmla="*/ 57356 w 200025"/>
                    <a:gd name="connsiteY191" fmla="*/ 95811 h 200025"/>
                    <a:gd name="connsiteX192" fmla="*/ 57202 w 200025"/>
                    <a:gd name="connsiteY192" fmla="*/ 97909 h 200025"/>
                    <a:gd name="connsiteX193" fmla="*/ 57150 w 200025"/>
                    <a:gd name="connsiteY193" fmla="*/ 100013 h 200025"/>
                    <a:gd name="connsiteX194" fmla="*/ 57202 w 200025"/>
                    <a:gd name="connsiteY194" fmla="*/ 102116 h 200025"/>
                    <a:gd name="connsiteX195" fmla="*/ 57356 w 200025"/>
                    <a:gd name="connsiteY195" fmla="*/ 104214 h 200025"/>
                    <a:gd name="connsiteX196" fmla="*/ 57614 w 200025"/>
                    <a:gd name="connsiteY196" fmla="*/ 106302 h 200025"/>
                    <a:gd name="connsiteX197" fmla="*/ 57974 w 200025"/>
                    <a:gd name="connsiteY197" fmla="*/ 108375 h 200025"/>
                    <a:gd name="connsiteX198" fmla="*/ 58435 w 200025"/>
                    <a:gd name="connsiteY198" fmla="*/ 110427 h 200025"/>
                    <a:gd name="connsiteX199" fmla="*/ 58996 w 200025"/>
                    <a:gd name="connsiteY199" fmla="*/ 112455 h 200025"/>
                    <a:gd name="connsiteX200" fmla="*/ 59656 w 200025"/>
                    <a:gd name="connsiteY200" fmla="*/ 114452 h 200025"/>
                    <a:gd name="connsiteX201" fmla="*/ 60413 w 200025"/>
                    <a:gd name="connsiteY201" fmla="*/ 116415 h 200025"/>
                    <a:gd name="connsiteX202" fmla="*/ 61265 w 200025"/>
                    <a:gd name="connsiteY202" fmla="*/ 118339 h 200025"/>
                    <a:gd name="connsiteX203" fmla="*/ 62211 w 200025"/>
                    <a:gd name="connsiteY203" fmla="*/ 120218 h 200025"/>
                    <a:gd name="connsiteX204" fmla="*/ 63248 w 200025"/>
                    <a:gd name="connsiteY204" fmla="*/ 122048 h 200025"/>
                    <a:gd name="connsiteX205" fmla="*/ 64374 w 200025"/>
                    <a:gd name="connsiteY205" fmla="*/ 123826 h 200025"/>
                    <a:gd name="connsiteX206" fmla="*/ 65585 w 200025"/>
                    <a:gd name="connsiteY206" fmla="*/ 125546 h 200025"/>
                    <a:gd name="connsiteX207" fmla="*/ 66879 w 200025"/>
                    <a:gd name="connsiteY207" fmla="*/ 127204 h 200025"/>
                    <a:gd name="connsiteX208" fmla="*/ 68253 w 200025"/>
                    <a:gd name="connsiteY208" fmla="*/ 128797 h 200025"/>
                    <a:gd name="connsiteX209" fmla="*/ 69704 w 200025"/>
                    <a:gd name="connsiteY209" fmla="*/ 130321 h 200025"/>
                    <a:gd name="connsiteX210" fmla="*/ 71228 w 200025"/>
                    <a:gd name="connsiteY210" fmla="*/ 131772 h 200025"/>
                    <a:gd name="connsiteX211" fmla="*/ 72821 w 200025"/>
                    <a:gd name="connsiteY211" fmla="*/ 133146 h 200025"/>
                    <a:gd name="connsiteX212" fmla="*/ 74479 w 200025"/>
                    <a:gd name="connsiteY212" fmla="*/ 134440 h 200025"/>
                    <a:gd name="connsiteX213" fmla="*/ 76199 w 200025"/>
                    <a:gd name="connsiteY213" fmla="*/ 135651 h 200025"/>
                    <a:gd name="connsiteX214" fmla="*/ 77977 w 200025"/>
                    <a:gd name="connsiteY214" fmla="*/ 136777 h 200025"/>
                    <a:gd name="connsiteX215" fmla="*/ 79807 w 200025"/>
                    <a:gd name="connsiteY215" fmla="*/ 137814 h 200025"/>
                    <a:gd name="connsiteX216" fmla="*/ 81686 w 200025"/>
                    <a:gd name="connsiteY216" fmla="*/ 138760 h 200025"/>
                    <a:gd name="connsiteX217" fmla="*/ 83610 w 200025"/>
                    <a:gd name="connsiteY217" fmla="*/ 139612 h 200025"/>
                    <a:gd name="connsiteX218" fmla="*/ 85573 w 200025"/>
                    <a:gd name="connsiteY218" fmla="*/ 140369 h 200025"/>
                    <a:gd name="connsiteX219" fmla="*/ 87570 w 200025"/>
                    <a:gd name="connsiteY219" fmla="*/ 141029 h 200025"/>
                    <a:gd name="connsiteX220" fmla="*/ 89598 w 200025"/>
                    <a:gd name="connsiteY220" fmla="*/ 141590 h 200025"/>
                    <a:gd name="connsiteX221" fmla="*/ 91650 w 200025"/>
                    <a:gd name="connsiteY221" fmla="*/ 142051 h 200025"/>
                    <a:gd name="connsiteX222" fmla="*/ 93723 w 200025"/>
                    <a:gd name="connsiteY222" fmla="*/ 142411 h 200025"/>
                    <a:gd name="connsiteX223" fmla="*/ 95811 w 200025"/>
                    <a:gd name="connsiteY223" fmla="*/ 142669 h 200025"/>
                    <a:gd name="connsiteX224" fmla="*/ 97909 w 200025"/>
                    <a:gd name="connsiteY224" fmla="*/ 142823 h 200025"/>
                    <a:gd name="connsiteX225" fmla="*/ 100013 w 200025"/>
                    <a:gd name="connsiteY225" fmla="*/ 142875 h 200025"/>
                    <a:gd name="connsiteX226" fmla="*/ 102116 w 200025"/>
                    <a:gd name="connsiteY226" fmla="*/ 142823 h 200025"/>
                    <a:gd name="connsiteX227" fmla="*/ 104214 w 200025"/>
                    <a:gd name="connsiteY227" fmla="*/ 142669 h 200025"/>
                    <a:gd name="connsiteX228" fmla="*/ 106302 w 200025"/>
                    <a:gd name="connsiteY228" fmla="*/ 142411 h 200025"/>
                    <a:gd name="connsiteX229" fmla="*/ 108375 w 200025"/>
                    <a:gd name="connsiteY229" fmla="*/ 142051 h 200025"/>
                    <a:gd name="connsiteX230" fmla="*/ 110427 w 200025"/>
                    <a:gd name="connsiteY230" fmla="*/ 141590 h 200025"/>
                    <a:gd name="connsiteX231" fmla="*/ 112455 w 200025"/>
                    <a:gd name="connsiteY231" fmla="*/ 141029 h 200025"/>
                    <a:gd name="connsiteX232" fmla="*/ 114452 w 200025"/>
                    <a:gd name="connsiteY232" fmla="*/ 140369 h 200025"/>
                    <a:gd name="connsiteX233" fmla="*/ 116415 w 200025"/>
                    <a:gd name="connsiteY233" fmla="*/ 139612 h 200025"/>
                    <a:gd name="connsiteX234" fmla="*/ 118339 w 200025"/>
                    <a:gd name="connsiteY234" fmla="*/ 138760 h 200025"/>
                    <a:gd name="connsiteX235" fmla="*/ 120218 w 200025"/>
                    <a:gd name="connsiteY235" fmla="*/ 137814 h 200025"/>
                    <a:gd name="connsiteX236" fmla="*/ 122048 w 200025"/>
                    <a:gd name="connsiteY236" fmla="*/ 136777 h 200025"/>
                    <a:gd name="connsiteX237" fmla="*/ 123826 w 200025"/>
                    <a:gd name="connsiteY237" fmla="*/ 135651 h 200025"/>
                    <a:gd name="connsiteX238" fmla="*/ 125546 w 200025"/>
                    <a:gd name="connsiteY238" fmla="*/ 134440 h 200025"/>
                    <a:gd name="connsiteX239" fmla="*/ 127204 w 200025"/>
                    <a:gd name="connsiteY239" fmla="*/ 133146 h 200025"/>
                    <a:gd name="connsiteX240" fmla="*/ 128797 w 200025"/>
                    <a:gd name="connsiteY240" fmla="*/ 131772 h 200025"/>
                    <a:gd name="connsiteX241" fmla="*/ 130321 w 200025"/>
                    <a:gd name="connsiteY241" fmla="*/ 130321 h 200025"/>
                    <a:gd name="connsiteX242" fmla="*/ 131772 w 200025"/>
                    <a:gd name="connsiteY242" fmla="*/ 128797 h 200025"/>
                    <a:gd name="connsiteX243" fmla="*/ 133146 w 200025"/>
                    <a:gd name="connsiteY243" fmla="*/ 127204 h 200025"/>
                    <a:gd name="connsiteX244" fmla="*/ 134440 w 200025"/>
                    <a:gd name="connsiteY244" fmla="*/ 125546 h 200025"/>
                    <a:gd name="connsiteX245" fmla="*/ 135651 w 200025"/>
                    <a:gd name="connsiteY245" fmla="*/ 123826 h 200025"/>
                    <a:gd name="connsiteX246" fmla="*/ 136777 w 200025"/>
                    <a:gd name="connsiteY246" fmla="*/ 122048 h 200025"/>
                    <a:gd name="connsiteX247" fmla="*/ 137814 w 200025"/>
                    <a:gd name="connsiteY247" fmla="*/ 120218 h 200025"/>
                    <a:gd name="connsiteX248" fmla="*/ 138760 w 200025"/>
                    <a:gd name="connsiteY248" fmla="*/ 118339 h 200025"/>
                    <a:gd name="connsiteX249" fmla="*/ 139612 w 200025"/>
                    <a:gd name="connsiteY249" fmla="*/ 116415 h 200025"/>
                    <a:gd name="connsiteX250" fmla="*/ 140369 w 200025"/>
                    <a:gd name="connsiteY250" fmla="*/ 114452 h 200025"/>
                    <a:gd name="connsiteX251" fmla="*/ 141029 w 200025"/>
                    <a:gd name="connsiteY251" fmla="*/ 112455 h 200025"/>
                    <a:gd name="connsiteX252" fmla="*/ 141590 w 200025"/>
                    <a:gd name="connsiteY252" fmla="*/ 110427 h 200025"/>
                    <a:gd name="connsiteX253" fmla="*/ 142051 w 200025"/>
                    <a:gd name="connsiteY253" fmla="*/ 108375 h 200025"/>
                    <a:gd name="connsiteX254" fmla="*/ 142411 w 200025"/>
                    <a:gd name="connsiteY254" fmla="*/ 106302 h 200025"/>
                    <a:gd name="connsiteX255" fmla="*/ 142669 w 200025"/>
                    <a:gd name="connsiteY255" fmla="*/ 104214 h 200025"/>
                    <a:gd name="connsiteX256" fmla="*/ 142823 w 200025"/>
                    <a:gd name="connsiteY256" fmla="*/ 102116 h 200025"/>
                    <a:gd name="connsiteX257" fmla="*/ 142875 w 200025"/>
                    <a:gd name="connsiteY257" fmla="*/ 100013 h 200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</a:cxnLst>
                  <a:rect l="l" t="t" r="r" b="b"/>
                  <a:pathLst>
                    <a:path w="200025" h="200025">
                      <a:moveTo>
                        <a:pt x="200025" y="100013"/>
                      </a:moveTo>
                      <a:cubicBezTo>
                        <a:pt x="200025" y="101649"/>
                        <a:pt x="199985" y="103285"/>
                        <a:pt x="199905" y="104920"/>
                      </a:cubicBezTo>
                      <a:cubicBezTo>
                        <a:pt x="199824" y="106555"/>
                        <a:pt x="199704" y="108187"/>
                        <a:pt x="199543" y="109815"/>
                      </a:cubicBezTo>
                      <a:cubicBezTo>
                        <a:pt x="199383" y="111444"/>
                        <a:pt x="199183" y="113068"/>
                        <a:pt x="198943" y="114687"/>
                      </a:cubicBezTo>
                      <a:cubicBezTo>
                        <a:pt x="198702" y="116306"/>
                        <a:pt x="198422" y="117919"/>
                        <a:pt x="198103" y="119524"/>
                      </a:cubicBezTo>
                      <a:cubicBezTo>
                        <a:pt x="197784" y="121129"/>
                        <a:pt x="197426" y="122726"/>
                        <a:pt x="197027" y="124314"/>
                      </a:cubicBezTo>
                      <a:cubicBezTo>
                        <a:pt x="196630" y="125901"/>
                        <a:pt x="196194" y="127478"/>
                        <a:pt x="195719" y="129045"/>
                      </a:cubicBezTo>
                      <a:cubicBezTo>
                        <a:pt x="195243" y="130611"/>
                        <a:pt x="194730" y="132165"/>
                        <a:pt x="194179" y="133706"/>
                      </a:cubicBezTo>
                      <a:cubicBezTo>
                        <a:pt x="193627" y="135247"/>
                        <a:pt x="193038" y="136773"/>
                        <a:pt x="192412" y="138286"/>
                      </a:cubicBezTo>
                      <a:cubicBezTo>
                        <a:pt x="191786" y="139798"/>
                        <a:pt x="191123" y="141294"/>
                        <a:pt x="190423" y="142773"/>
                      </a:cubicBezTo>
                      <a:cubicBezTo>
                        <a:pt x="189723" y="144253"/>
                        <a:pt x="188987" y="145715"/>
                        <a:pt x="188216" y="147158"/>
                      </a:cubicBezTo>
                      <a:cubicBezTo>
                        <a:pt x="187444" y="148602"/>
                        <a:pt x="186638" y="150025"/>
                        <a:pt x="185797" y="151429"/>
                      </a:cubicBezTo>
                      <a:cubicBezTo>
                        <a:pt x="184955" y="152833"/>
                        <a:pt x="184079" y="154216"/>
                        <a:pt x="183170" y="155577"/>
                      </a:cubicBezTo>
                      <a:cubicBezTo>
                        <a:pt x="182260" y="156937"/>
                        <a:pt x="181318" y="158275"/>
                        <a:pt x="180344" y="159589"/>
                      </a:cubicBezTo>
                      <a:cubicBezTo>
                        <a:pt x="179368" y="160905"/>
                        <a:pt x="178361" y="162195"/>
                        <a:pt x="177323" y="163459"/>
                      </a:cubicBezTo>
                      <a:cubicBezTo>
                        <a:pt x="176285" y="164725"/>
                        <a:pt x="175216" y="165964"/>
                        <a:pt x="174117" y="167177"/>
                      </a:cubicBezTo>
                      <a:cubicBezTo>
                        <a:pt x="173018" y="168390"/>
                        <a:pt x="171889" y="169575"/>
                        <a:pt x="170732" y="170732"/>
                      </a:cubicBezTo>
                      <a:cubicBezTo>
                        <a:pt x="169575" y="171889"/>
                        <a:pt x="168390" y="173018"/>
                        <a:pt x="167177" y="174117"/>
                      </a:cubicBezTo>
                      <a:cubicBezTo>
                        <a:pt x="165964" y="175216"/>
                        <a:pt x="164725" y="176285"/>
                        <a:pt x="163459" y="177323"/>
                      </a:cubicBezTo>
                      <a:cubicBezTo>
                        <a:pt x="162195" y="178361"/>
                        <a:pt x="160905" y="179368"/>
                        <a:pt x="159589" y="180344"/>
                      </a:cubicBezTo>
                      <a:cubicBezTo>
                        <a:pt x="158275" y="181318"/>
                        <a:pt x="156937" y="182260"/>
                        <a:pt x="155577" y="183170"/>
                      </a:cubicBezTo>
                      <a:cubicBezTo>
                        <a:pt x="154216" y="184079"/>
                        <a:pt x="152833" y="184954"/>
                        <a:pt x="151429" y="185796"/>
                      </a:cubicBezTo>
                      <a:cubicBezTo>
                        <a:pt x="150025" y="186638"/>
                        <a:pt x="148602" y="187444"/>
                        <a:pt x="147158" y="188216"/>
                      </a:cubicBezTo>
                      <a:cubicBezTo>
                        <a:pt x="145715" y="188987"/>
                        <a:pt x="144253" y="189723"/>
                        <a:pt x="142773" y="190423"/>
                      </a:cubicBezTo>
                      <a:cubicBezTo>
                        <a:pt x="141294" y="191123"/>
                        <a:pt x="139798" y="191786"/>
                        <a:pt x="138286" y="192412"/>
                      </a:cubicBezTo>
                      <a:cubicBezTo>
                        <a:pt x="136773" y="193038"/>
                        <a:pt x="135247" y="193627"/>
                        <a:pt x="133706" y="194179"/>
                      </a:cubicBezTo>
                      <a:cubicBezTo>
                        <a:pt x="132165" y="194730"/>
                        <a:pt x="130611" y="195243"/>
                        <a:pt x="129045" y="195719"/>
                      </a:cubicBezTo>
                      <a:cubicBezTo>
                        <a:pt x="127478" y="196194"/>
                        <a:pt x="125901" y="196630"/>
                        <a:pt x="124314" y="197027"/>
                      </a:cubicBezTo>
                      <a:cubicBezTo>
                        <a:pt x="122726" y="197426"/>
                        <a:pt x="121129" y="197784"/>
                        <a:pt x="119524" y="198103"/>
                      </a:cubicBezTo>
                      <a:cubicBezTo>
                        <a:pt x="117919" y="198422"/>
                        <a:pt x="116306" y="198702"/>
                        <a:pt x="114687" y="198943"/>
                      </a:cubicBezTo>
                      <a:cubicBezTo>
                        <a:pt x="113068" y="199183"/>
                        <a:pt x="111444" y="199383"/>
                        <a:pt x="109815" y="199543"/>
                      </a:cubicBezTo>
                      <a:cubicBezTo>
                        <a:pt x="108187" y="199704"/>
                        <a:pt x="106555" y="199824"/>
                        <a:pt x="104920" y="199905"/>
                      </a:cubicBezTo>
                      <a:cubicBezTo>
                        <a:pt x="103285" y="199985"/>
                        <a:pt x="101649" y="200025"/>
                        <a:pt x="100013" y="200025"/>
                      </a:cubicBezTo>
                      <a:cubicBezTo>
                        <a:pt x="98376" y="200025"/>
                        <a:pt x="96740" y="199985"/>
                        <a:pt x="95105" y="199905"/>
                      </a:cubicBezTo>
                      <a:cubicBezTo>
                        <a:pt x="93470" y="199824"/>
                        <a:pt x="91838" y="199704"/>
                        <a:pt x="90210" y="199543"/>
                      </a:cubicBezTo>
                      <a:cubicBezTo>
                        <a:pt x="88581" y="199383"/>
                        <a:pt x="86957" y="199183"/>
                        <a:pt x="85338" y="198943"/>
                      </a:cubicBezTo>
                      <a:cubicBezTo>
                        <a:pt x="83719" y="198702"/>
                        <a:pt x="82106" y="198422"/>
                        <a:pt x="80501" y="198103"/>
                      </a:cubicBezTo>
                      <a:cubicBezTo>
                        <a:pt x="78896" y="197784"/>
                        <a:pt x="77299" y="197426"/>
                        <a:pt x="75711" y="197027"/>
                      </a:cubicBezTo>
                      <a:cubicBezTo>
                        <a:pt x="74124" y="196630"/>
                        <a:pt x="72547" y="196194"/>
                        <a:pt x="70980" y="195719"/>
                      </a:cubicBezTo>
                      <a:cubicBezTo>
                        <a:pt x="69414" y="195243"/>
                        <a:pt x="67860" y="194730"/>
                        <a:pt x="66319" y="194179"/>
                      </a:cubicBezTo>
                      <a:cubicBezTo>
                        <a:pt x="64778" y="193627"/>
                        <a:pt x="63252" y="193038"/>
                        <a:pt x="61739" y="192412"/>
                      </a:cubicBezTo>
                      <a:cubicBezTo>
                        <a:pt x="60227" y="191786"/>
                        <a:pt x="58731" y="191123"/>
                        <a:pt x="57252" y="190423"/>
                      </a:cubicBezTo>
                      <a:cubicBezTo>
                        <a:pt x="55772" y="189723"/>
                        <a:pt x="54310" y="188987"/>
                        <a:pt x="52867" y="188216"/>
                      </a:cubicBezTo>
                      <a:cubicBezTo>
                        <a:pt x="51423" y="187444"/>
                        <a:pt x="50000" y="186638"/>
                        <a:pt x="48596" y="185797"/>
                      </a:cubicBezTo>
                      <a:cubicBezTo>
                        <a:pt x="47192" y="184955"/>
                        <a:pt x="45809" y="184079"/>
                        <a:pt x="44449" y="183170"/>
                      </a:cubicBezTo>
                      <a:cubicBezTo>
                        <a:pt x="43088" y="182260"/>
                        <a:pt x="41750" y="181318"/>
                        <a:pt x="40435" y="180344"/>
                      </a:cubicBezTo>
                      <a:cubicBezTo>
                        <a:pt x="39120" y="179368"/>
                        <a:pt x="37830" y="178361"/>
                        <a:pt x="36565" y="177323"/>
                      </a:cubicBezTo>
                      <a:cubicBezTo>
                        <a:pt x="35300" y="176285"/>
                        <a:pt x="34061" y="175216"/>
                        <a:pt x="32848" y="174117"/>
                      </a:cubicBezTo>
                      <a:cubicBezTo>
                        <a:pt x="31635" y="173018"/>
                        <a:pt x="30450" y="171889"/>
                        <a:pt x="29293" y="170732"/>
                      </a:cubicBezTo>
                      <a:cubicBezTo>
                        <a:pt x="28136" y="169575"/>
                        <a:pt x="27007" y="168390"/>
                        <a:pt x="25908" y="167177"/>
                      </a:cubicBezTo>
                      <a:cubicBezTo>
                        <a:pt x="24809" y="165964"/>
                        <a:pt x="23740" y="164725"/>
                        <a:pt x="22702" y="163459"/>
                      </a:cubicBezTo>
                      <a:cubicBezTo>
                        <a:pt x="21663" y="162195"/>
                        <a:pt x="20657" y="160905"/>
                        <a:pt x="19682" y="159589"/>
                      </a:cubicBezTo>
                      <a:cubicBezTo>
                        <a:pt x="18707" y="158275"/>
                        <a:pt x="17764" y="156937"/>
                        <a:pt x="16855" y="155577"/>
                      </a:cubicBezTo>
                      <a:cubicBezTo>
                        <a:pt x="15946" y="154216"/>
                        <a:pt x="15070" y="152833"/>
                        <a:pt x="14229" y="151429"/>
                      </a:cubicBezTo>
                      <a:cubicBezTo>
                        <a:pt x="13387" y="150025"/>
                        <a:pt x="12581" y="148602"/>
                        <a:pt x="11809" y="147158"/>
                      </a:cubicBezTo>
                      <a:cubicBezTo>
                        <a:pt x="11038" y="145715"/>
                        <a:pt x="10302" y="144253"/>
                        <a:pt x="9602" y="142773"/>
                      </a:cubicBezTo>
                      <a:cubicBezTo>
                        <a:pt x="8902" y="141294"/>
                        <a:pt x="8239" y="139798"/>
                        <a:pt x="7613" y="138286"/>
                      </a:cubicBezTo>
                      <a:cubicBezTo>
                        <a:pt x="6987" y="136773"/>
                        <a:pt x="6398" y="135247"/>
                        <a:pt x="5846" y="133706"/>
                      </a:cubicBezTo>
                      <a:cubicBezTo>
                        <a:pt x="5295" y="132165"/>
                        <a:pt x="4782" y="130611"/>
                        <a:pt x="4307" y="129045"/>
                      </a:cubicBezTo>
                      <a:cubicBezTo>
                        <a:pt x="3831" y="127478"/>
                        <a:pt x="3395" y="125901"/>
                        <a:pt x="2997" y="124314"/>
                      </a:cubicBezTo>
                      <a:cubicBezTo>
                        <a:pt x="2600" y="122726"/>
                        <a:pt x="2241" y="121129"/>
                        <a:pt x="1922" y="119524"/>
                      </a:cubicBezTo>
                      <a:cubicBezTo>
                        <a:pt x="1602" y="117919"/>
                        <a:pt x="1323" y="116306"/>
                        <a:pt x="1083" y="114687"/>
                      </a:cubicBezTo>
                      <a:cubicBezTo>
                        <a:pt x="842" y="113068"/>
                        <a:pt x="642" y="111444"/>
                        <a:pt x="482" y="109815"/>
                      </a:cubicBezTo>
                      <a:cubicBezTo>
                        <a:pt x="321" y="108187"/>
                        <a:pt x="201" y="106555"/>
                        <a:pt x="120" y="104920"/>
                      </a:cubicBezTo>
                      <a:cubicBezTo>
                        <a:pt x="40" y="103285"/>
                        <a:pt x="0" y="101649"/>
                        <a:pt x="0" y="100013"/>
                      </a:cubicBezTo>
                      <a:cubicBezTo>
                        <a:pt x="0" y="98376"/>
                        <a:pt x="40" y="96740"/>
                        <a:pt x="120" y="95105"/>
                      </a:cubicBezTo>
                      <a:cubicBezTo>
                        <a:pt x="201" y="93470"/>
                        <a:pt x="321" y="91838"/>
                        <a:pt x="482" y="90210"/>
                      </a:cubicBezTo>
                      <a:cubicBezTo>
                        <a:pt x="642" y="88581"/>
                        <a:pt x="842" y="86957"/>
                        <a:pt x="1083" y="85338"/>
                      </a:cubicBezTo>
                      <a:cubicBezTo>
                        <a:pt x="1323" y="83719"/>
                        <a:pt x="1602" y="82106"/>
                        <a:pt x="1922" y="80501"/>
                      </a:cubicBezTo>
                      <a:cubicBezTo>
                        <a:pt x="2241" y="78896"/>
                        <a:pt x="2600" y="77299"/>
                        <a:pt x="2997" y="75711"/>
                      </a:cubicBezTo>
                      <a:cubicBezTo>
                        <a:pt x="3395" y="74124"/>
                        <a:pt x="3831" y="72547"/>
                        <a:pt x="4307" y="70980"/>
                      </a:cubicBezTo>
                      <a:cubicBezTo>
                        <a:pt x="4782" y="69414"/>
                        <a:pt x="5295" y="67860"/>
                        <a:pt x="5846" y="66319"/>
                      </a:cubicBezTo>
                      <a:cubicBezTo>
                        <a:pt x="6398" y="64778"/>
                        <a:pt x="6987" y="63252"/>
                        <a:pt x="7613" y="61739"/>
                      </a:cubicBezTo>
                      <a:cubicBezTo>
                        <a:pt x="8239" y="60227"/>
                        <a:pt x="8902" y="58731"/>
                        <a:pt x="9602" y="57252"/>
                      </a:cubicBezTo>
                      <a:cubicBezTo>
                        <a:pt x="10302" y="55772"/>
                        <a:pt x="11038" y="54310"/>
                        <a:pt x="11809" y="52867"/>
                      </a:cubicBezTo>
                      <a:cubicBezTo>
                        <a:pt x="12581" y="51423"/>
                        <a:pt x="13387" y="50000"/>
                        <a:pt x="14229" y="48596"/>
                      </a:cubicBezTo>
                      <a:cubicBezTo>
                        <a:pt x="15070" y="47192"/>
                        <a:pt x="15946" y="45809"/>
                        <a:pt x="16855" y="44449"/>
                      </a:cubicBezTo>
                      <a:cubicBezTo>
                        <a:pt x="17764" y="43088"/>
                        <a:pt x="18707" y="41750"/>
                        <a:pt x="19682" y="40435"/>
                      </a:cubicBezTo>
                      <a:cubicBezTo>
                        <a:pt x="20657" y="39120"/>
                        <a:pt x="21663" y="37830"/>
                        <a:pt x="22702" y="36565"/>
                      </a:cubicBezTo>
                      <a:cubicBezTo>
                        <a:pt x="23740" y="35300"/>
                        <a:pt x="24809" y="34061"/>
                        <a:pt x="25908" y="32848"/>
                      </a:cubicBezTo>
                      <a:cubicBezTo>
                        <a:pt x="27007" y="31635"/>
                        <a:pt x="28136" y="30450"/>
                        <a:pt x="29293" y="29293"/>
                      </a:cubicBezTo>
                      <a:cubicBezTo>
                        <a:pt x="30450" y="28136"/>
                        <a:pt x="31635" y="27007"/>
                        <a:pt x="32848" y="25908"/>
                      </a:cubicBezTo>
                      <a:cubicBezTo>
                        <a:pt x="34061" y="24809"/>
                        <a:pt x="35300" y="23740"/>
                        <a:pt x="36565" y="22702"/>
                      </a:cubicBezTo>
                      <a:cubicBezTo>
                        <a:pt x="37830" y="21663"/>
                        <a:pt x="39120" y="20657"/>
                        <a:pt x="40435" y="19682"/>
                      </a:cubicBezTo>
                      <a:cubicBezTo>
                        <a:pt x="41750" y="18707"/>
                        <a:pt x="43088" y="17764"/>
                        <a:pt x="44449" y="16855"/>
                      </a:cubicBezTo>
                      <a:cubicBezTo>
                        <a:pt x="45809" y="15946"/>
                        <a:pt x="47192" y="15070"/>
                        <a:pt x="48596" y="14229"/>
                      </a:cubicBezTo>
                      <a:cubicBezTo>
                        <a:pt x="50000" y="13387"/>
                        <a:pt x="51423" y="12581"/>
                        <a:pt x="52867" y="11809"/>
                      </a:cubicBezTo>
                      <a:cubicBezTo>
                        <a:pt x="54310" y="11038"/>
                        <a:pt x="55772" y="10302"/>
                        <a:pt x="57252" y="9602"/>
                      </a:cubicBezTo>
                      <a:cubicBezTo>
                        <a:pt x="58731" y="8902"/>
                        <a:pt x="60227" y="8239"/>
                        <a:pt x="61739" y="7613"/>
                      </a:cubicBezTo>
                      <a:cubicBezTo>
                        <a:pt x="63252" y="6987"/>
                        <a:pt x="64778" y="6398"/>
                        <a:pt x="66319" y="5846"/>
                      </a:cubicBezTo>
                      <a:cubicBezTo>
                        <a:pt x="67860" y="5295"/>
                        <a:pt x="69414" y="4782"/>
                        <a:pt x="70980" y="4307"/>
                      </a:cubicBezTo>
                      <a:cubicBezTo>
                        <a:pt x="72547" y="3831"/>
                        <a:pt x="74124" y="3395"/>
                        <a:pt x="75711" y="2997"/>
                      </a:cubicBezTo>
                      <a:cubicBezTo>
                        <a:pt x="77299" y="2600"/>
                        <a:pt x="78896" y="2241"/>
                        <a:pt x="80501" y="1922"/>
                      </a:cubicBezTo>
                      <a:cubicBezTo>
                        <a:pt x="82106" y="1602"/>
                        <a:pt x="83719" y="1323"/>
                        <a:pt x="85338" y="1083"/>
                      </a:cubicBezTo>
                      <a:cubicBezTo>
                        <a:pt x="86957" y="842"/>
                        <a:pt x="88581" y="642"/>
                        <a:pt x="90210" y="482"/>
                      </a:cubicBezTo>
                      <a:cubicBezTo>
                        <a:pt x="91838" y="321"/>
                        <a:pt x="93470" y="201"/>
                        <a:pt x="95105" y="120"/>
                      </a:cubicBezTo>
                      <a:cubicBezTo>
                        <a:pt x="96740" y="40"/>
                        <a:pt x="98376" y="0"/>
                        <a:pt x="100013" y="0"/>
                      </a:cubicBezTo>
                      <a:cubicBezTo>
                        <a:pt x="101649" y="0"/>
                        <a:pt x="103285" y="40"/>
                        <a:pt x="104920" y="120"/>
                      </a:cubicBezTo>
                      <a:cubicBezTo>
                        <a:pt x="106555" y="201"/>
                        <a:pt x="108187" y="321"/>
                        <a:pt x="109815" y="482"/>
                      </a:cubicBezTo>
                      <a:cubicBezTo>
                        <a:pt x="111444" y="642"/>
                        <a:pt x="113068" y="842"/>
                        <a:pt x="114687" y="1083"/>
                      </a:cubicBezTo>
                      <a:cubicBezTo>
                        <a:pt x="116306" y="1323"/>
                        <a:pt x="117919" y="1602"/>
                        <a:pt x="119524" y="1922"/>
                      </a:cubicBezTo>
                      <a:cubicBezTo>
                        <a:pt x="121129" y="2241"/>
                        <a:pt x="122726" y="2600"/>
                        <a:pt x="124314" y="2997"/>
                      </a:cubicBezTo>
                      <a:cubicBezTo>
                        <a:pt x="125901" y="3395"/>
                        <a:pt x="127478" y="3831"/>
                        <a:pt x="129045" y="4307"/>
                      </a:cubicBezTo>
                      <a:cubicBezTo>
                        <a:pt x="130611" y="4782"/>
                        <a:pt x="132165" y="5295"/>
                        <a:pt x="133706" y="5846"/>
                      </a:cubicBezTo>
                      <a:cubicBezTo>
                        <a:pt x="135247" y="6398"/>
                        <a:pt x="136773" y="6987"/>
                        <a:pt x="138286" y="7613"/>
                      </a:cubicBezTo>
                      <a:cubicBezTo>
                        <a:pt x="139798" y="8239"/>
                        <a:pt x="141294" y="8902"/>
                        <a:pt x="142773" y="9602"/>
                      </a:cubicBezTo>
                      <a:cubicBezTo>
                        <a:pt x="144253" y="10302"/>
                        <a:pt x="145715" y="11038"/>
                        <a:pt x="147158" y="11809"/>
                      </a:cubicBezTo>
                      <a:cubicBezTo>
                        <a:pt x="148602" y="12581"/>
                        <a:pt x="150025" y="13387"/>
                        <a:pt x="151429" y="14229"/>
                      </a:cubicBezTo>
                      <a:cubicBezTo>
                        <a:pt x="152833" y="15070"/>
                        <a:pt x="154216" y="15946"/>
                        <a:pt x="155577" y="16855"/>
                      </a:cubicBezTo>
                      <a:cubicBezTo>
                        <a:pt x="156937" y="17764"/>
                        <a:pt x="158275" y="18707"/>
                        <a:pt x="159589" y="19682"/>
                      </a:cubicBezTo>
                      <a:cubicBezTo>
                        <a:pt x="160905" y="20657"/>
                        <a:pt x="162195" y="21663"/>
                        <a:pt x="163459" y="22702"/>
                      </a:cubicBezTo>
                      <a:cubicBezTo>
                        <a:pt x="164725" y="23740"/>
                        <a:pt x="165964" y="24809"/>
                        <a:pt x="167177" y="25908"/>
                      </a:cubicBezTo>
                      <a:cubicBezTo>
                        <a:pt x="168390" y="27007"/>
                        <a:pt x="169575" y="28136"/>
                        <a:pt x="170732" y="29293"/>
                      </a:cubicBezTo>
                      <a:cubicBezTo>
                        <a:pt x="171889" y="30450"/>
                        <a:pt x="173018" y="31635"/>
                        <a:pt x="174117" y="32848"/>
                      </a:cubicBezTo>
                      <a:cubicBezTo>
                        <a:pt x="175216" y="34061"/>
                        <a:pt x="176285" y="35300"/>
                        <a:pt x="177323" y="36565"/>
                      </a:cubicBezTo>
                      <a:cubicBezTo>
                        <a:pt x="178361" y="37830"/>
                        <a:pt x="179368" y="39120"/>
                        <a:pt x="180344" y="40435"/>
                      </a:cubicBezTo>
                      <a:cubicBezTo>
                        <a:pt x="181318" y="41750"/>
                        <a:pt x="182260" y="43088"/>
                        <a:pt x="183170" y="44449"/>
                      </a:cubicBezTo>
                      <a:cubicBezTo>
                        <a:pt x="184079" y="45809"/>
                        <a:pt x="184954" y="47192"/>
                        <a:pt x="185796" y="48596"/>
                      </a:cubicBezTo>
                      <a:cubicBezTo>
                        <a:pt x="186638" y="50000"/>
                        <a:pt x="187444" y="51423"/>
                        <a:pt x="188216" y="52867"/>
                      </a:cubicBezTo>
                      <a:cubicBezTo>
                        <a:pt x="188987" y="54310"/>
                        <a:pt x="189723" y="55772"/>
                        <a:pt x="190423" y="57252"/>
                      </a:cubicBezTo>
                      <a:cubicBezTo>
                        <a:pt x="191123" y="58731"/>
                        <a:pt x="191786" y="60227"/>
                        <a:pt x="192412" y="61739"/>
                      </a:cubicBezTo>
                      <a:cubicBezTo>
                        <a:pt x="193038" y="63252"/>
                        <a:pt x="193627" y="64778"/>
                        <a:pt x="194179" y="66319"/>
                      </a:cubicBezTo>
                      <a:cubicBezTo>
                        <a:pt x="194730" y="67860"/>
                        <a:pt x="195243" y="69414"/>
                        <a:pt x="195719" y="70980"/>
                      </a:cubicBezTo>
                      <a:cubicBezTo>
                        <a:pt x="196194" y="72547"/>
                        <a:pt x="196630" y="74124"/>
                        <a:pt x="197027" y="75711"/>
                      </a:cubicBezTo>
                      <a:cubicBezTo>
                        <a:pt x="197426" y="77299"/>
                        <a:pt x="197784" y="78896"/>
                        <a:pt x="198103" y="80501"/>
                      </a:cubicBezTo>
                      <a:cubicBezTo>
                        <a:pt x="198422" y="82106"/>
                        <a:pt x="198702" y="83719"/>
                        <a:pt x="198943" y="85338"/>
                      </a:cubicBezTo>
                      <a:cubicBezTo>
                        <a:pt x="199183" y="86957"/>
                        <a:pt x="199383" y="88581"/>
                        <a:pt x="199543" y="90210"/>
                      </a:cubicBezTo>
                      <a:cubicBezTo>
                        <a:pt x="199704" y="91838"/>
                        <a:pt x="199824" y="93470"/>
                        <a:pt x="199905" y="95105"/>
                      </a:cubicBezTo>
                      <a:cubicBezTo>
                        <a:pt x="199985" y="96740"/>
                        <a:pt x="200025" y="98376"/>
                        <a:pt x="200025" y="100013"/>
                      </a:cubicBezTo>
                      <a:close/>
                      <a:moveTo>
                        <a:pt x="142875" y="100013"/>
                      </a:moveTo>
                      <a:cubicBezTo>
                        <a:pt x="142875" y="99311"/>
                        <a:pt x="142858" y="98610"/>
                        <a:pt x="142823" y="97909"/>
                      </a:cubicBezTo>
                      <a:cubicBezTo>
                        <a:pt x="142789" y="97209"/>
                        <a:pt x="142737" y="96509"/>
                        <a:pt x="142669" y="95811"/>
                      </a:cubicBezTo>
                      <a:cubicBezTo>
                        <a:pt x="142600" y="95113"/>
                        <a:pt x="142514" y="94417"/>
                        <a:pt x="142411" y="93723"/>
                      </a:cubicBezTo>
                      <a:cubicBezTo>
                        <a:pt x="142308" y="93029"/>
                        <a:pt x="142188" y="92338"/>
                        <a:pt x="142051" y="91650"/>
                      </a:cubicBezTo>
                      <a:cubicBezTo>
                        <a:pt x="141915" y="90962"/>
                        <a:pt x="141761" y="90278"/>
                        <a:pt x="141590" y="89598"/>
                      </a:cubicBezTo>
                      <a:cubicBezTo>
                        <a:pt x="141420" y="88917"/>
                        <a:pt x="141233" y="88241"/>
                        <a:pt x="141029" y="87570"/>
                      </a:cubicBezTo>
                      <a:cubicBezTo>
                        <a:pt x="140826" y="86899"/>
                        <a:pt x="140606" y="86233"/>
                        <a:pt x="140369" y="85573"/>
                      </a:cubicBezTo>
                      <a:cubicBezTo>
                        <a:pt x="140133" y="84912"/>
                        <a:pt x="139881" y="84258"/>
                        <a:pt x="139612" y="83610"/>
                      </a:cubicBezTo>
                      <a:cubicBezTo>
                        <a:pt x="139344" y="82962"/>
                        <a:pt x="139060" y="82321"/>
                        <a:pt x="138760" y="81686"/>
                      </a:cubicBezTo>
                      <a:cubicBezTo>
                        <a:pt x="138460" y="81052"/>
                        <a:pt x="138145" y="80426"/>
                        <a:pt x="137814" y="79807"/>
                      </a:cubicBezTo>
                      <a:cubicBezTo>
                        <a:pt x="137483" y="79189"/>
                        <a:pt x="137138" y="78578"/>
                        <a:pt x="136777" y="77977"/>
                      </a:cubicBezTo>
                      <a:cubicBezTo>
                        <a:pt x="136416" y="77375"/>
                        <a:pt x="136041" y="76783"/>
                        <a:pt x="135651" y="76199"/>
                      </a:cubicBezTo>
                      <a:cubicBezTo>
                        <a:pt x="135262" y="75616"/>
                        <a:pt x="134858" y="75043"/>
                        <a:pt x="134440" y="74479"/>
                      </a:cubicBezTo>
                      <a:cubicBezTo>
                        <a:pt x="134022" y="73916"/>
                        <a:pt x="133591" y="73363"/>
                        <a:pt x="133146" y="72821"/>
                      </a:cubicBezTo>
                      <a:cubicBezTo>
                        <a:pt x="132701" y="72279"/>
                        <a:pt x="132243" y="71748"/>
                        <a:pt x="131772" y="71228"/>
                      </a:cubicBezTo>
                      <a:cubicBezTo>
                        <a:pt x="131300" y="70708"/>
                        <a:pt x="130817" y="70200"/>
                        <a:pt x="130321" y="69704"/>
                      </a:cubicBezTo>
                      <a:cubicBezTo>
                        <a:pt x="129825" y="69208"/>
                        <a:pt x="129317" y="68725"/>
                        <a:pt x="128797" y="68253"/>
                      </a:cubicBezTo>
                      <a:cubicBezTo>
                        <a:pt x="128277" y="67782"/>
                        <a:pt x="127746" y="67324"/>
                        <a:pt x="127204" y="66879"/>
                      </a:cubicBezTo>
                      <a:cubicBezTo>
                        <a:pt x="126662" y="66434"/>
                        <a:pt x="126109" y="66003"/>
                        <a:pt x="125546" y="65585"/>
                      </a:cubicBezTo>
                      <a:cubicBezTo>
                        <a:pt x="124982" y="65167"/>
                        <a:pt x="124409" y="64763"/>
                        <a:pt x="123826" y="64374"/>
                      </a:cubicBezTo>
                      <a:cubicBezTo>
                        <a:pt x="123242" y="63984"/>
                        <a:pt x="122650" y="63609"/>
                        <a:pt x="122048" y="63248"/>
                      </a:cubicBezTo>
                      <a:cubicBezTo>
                        <a:pt x="121447" y="62887"/>
                        <a:pt x="120836" y="62542"/>
                        <a:pt x="120218" y="62211"/>
                      </a:cubicBezTo>
                      <a:cubicBezTo>
                        <a:pt x="119599" y="61880"/>
                        <a:pt x="118973" y="61565"/>
                        <a:pt x="118339" y="61265"/>
                      </a:cubicBezTo>
                      <a:cubicBezTo>
                        <a:pt x="117704" y="60965"/>
                        <a:pt x="117063" y="60681"/>
                        <a:pt x="116415" y="60413"/>
                      </a:cubicBezTo>
                      <a:cubicBezTo>
                        <a:pt x="115767" y="60144"/>
                        <a:pt x="115113" y="59892"/>
                        <a:pt x="114452" y="59656"/>
                      </a:cubicBezTo>
                      <a:cubicBezTo>
                        <a:pt x="113792" y="59419"/>
                        <a:pt x="113126" y="59199"/>
                        <a:pt x="112455" y="58996"/>
                      </a:cubicBezTo>
                      <a:cubicBezTo>
                        <a:pt x="111784" y="58792"/>
                        <a:pt x="111108" y="58605"/>
                        <a:pt x="110427" y="58435"/>
                      </a:cubicBezTo>
                      <a:cubicBezTo>
                        <a:pt x="109747" y="58264"/>
                        <a:pt x="109063" y="58110"/>
                        <a:pt x="108375" y="57974"/>
                      </a:cubicBezTo>
                      <a:cubicBezTo>
                        <a:pt x="107687" y="57837"/>
                        <a:pt x="106996" y="57717"/>
                        <a:pt x="106302" y="57614"/>
                      </a:cubicBezTo>
                      <a:cubicBezTo>
                        <a:pt x="105608" y="57511"/>
                        <a:pt x="104912" y="57425"/>
                        <a:pt x="104214" y="57356"/>
                      </a:cubicBezTo>
                      <a:cubicBezTo>
                        <a:pt x="103516" y="57288"/>
                        <a:pt x="102816" y="57236"/>
                        <a:pt x="102116" y="57202"/>
                      </a:cubicBezTo>
                      <a:cubicBezTo>
                        <a:pt x="101415" y="57167"/>
                        <a:pt x="100714" y="57150"/>
                        <a:pt x="100013" y="57150"/>
                      </a:cubicBezTo>
                      <a:cubicBezTo>
                        <a:pt x="99311" y="57150"/>
                        <a:pt x="98610" y="57167"/>
                        <a:pt x="97909" y="57202"/>
                      </a:cubicBezTo>
                      <a:cubicBezTo>
                        <a:pt x="97209" y="57236"/>
                        <a:pt x="96509" y="57288"/>
                        <a:pt x="95811" y="57356"/>
                      </a:cubicBezTo>
                      <a:cubicBezTo>
                        <a:pt x="95113" y="57425"/>
                        <a:pt x="94417" y="57511"/>
                        <a:pt x="93723" y="57614"/>
                      </a:cubicBezTo>
                      <a:cubicBezTo>
                        <a:pt x="93029" y="57717"/>
                        <a:pt x="92338" y="57837"/>
                        <a:pt x="91650" y="57974"/>
                      </a:cubicBezTo>
                      <a:cubicBezTo>
                        <a:pt x="90962" y="58110"/>
                        <a:pt x="90278" y="58264"/>
                        <a:pt x="89598" y="58435"/>
                      </a:cubicBezTo>
                      <a:cubicBezTo>
                        <a:pt x="88917" y="58605"/>
                        <a:pt x="88241" y="58792"/>
                        <a:pt x="87570" y="58996"/>
                      </a:cubicBezTo>
                      <a:cubicBezTo>
                        <a:pt x="86899" y="59199"/>
                        <a:pt x="86233" y="59419"/>
                        <a:pt x="85573" y="59656"/>
                      </a:cubicBezTo>
                      <a:cubicBezTo>
                        <a:pt x="84912" y="59892"/>
                        <a:pt x="84258" y="60144"/>
                        <a:pt x="83610" y="60413"/>
                      </a:cubicBezTo>
                      <a:cubicBezTo>
                        <a:pt x="82962" y="60681"/>
                        <a:pt x="82321" y="60965"/>
                        <a:pt x="81686" y="61265"/>
                      </a:cubicBezTo>
                      <a:cubicBezTo>
                        <a:pt x="81052" y="61565"/>
                        <a:pt x="80426" y="61880"/>
                        <a:pt x="79807" y="62211"/>
                      </a:cubicBezTo>
                      <a:cubicBezTo>
                        <a:pt x="79189" y="62542"/>
                        <a:pt x="78578" y="62887"/>
                        <a:pt x="77977" y="63248"/>
                      </a:cubicBezTo>
                      <a:cubicBezTo>
                        <a:pt x="77375" y="63609"/>
                        <a:pt x="76783" y="63984"/>
                        <a:pt x="76199" y="64374"/>
                      </a:cubicBezTo>
                      <a:cubicBezTo>
                        <a:pt x="75616" y="64763"/>
                        <a:pt x="75043" y="65167"/>
                        <a:pt x="74479" y="65585"/>
                      </a:cubicBezTo>
                      <a:cubicBezTo>
                        <a:pt x="73916" y="66003"/>
                        <a:pt x="73363" y="66434"/>
                        <a:pt x="72821" y="66879"/>
                      </a:cubicBezTo>
                      <a:cubicBezTo>
                        <a:pt x="72279" y="67324"/>
                        <a:pt x="71748" y="67782"/>
                        <a:pt x="71228" y="68253"/>
                      </a:cubicBezTo>
                      <a:cubicBezTo>
                        <a:pt x="70708" y="68725"/>
                        <a:pt x="70200" y="69208"/>
                        <a:pt x="69704" y="69704"/>
                      </a:cubicBezTo>
                      <a:cubicBezTo>
                        <a:pt x="69208" y="70200"/>
                        <a:pt x="68725" y="70708"/>
                        <a:pt x="68253" y="71228"/>
                      </a:cubicBezTo>
                      <a:cubicBezTo>
                        <a:pt x="67782" y="71748"/>
                        <a:pt x="67324" y="72279"/>
                        <a:pt x="66879" y="72821"/>
                      </a:cubicBezTo>
                      <a:cubicBezTo>
                        <a:pt x="66434" y="73363"/>
                        <a:pt x="66003" y="73916"/>
                        <a:pt x="65585" y="74479"/>
                      </a:cubicBezTo>
                      <a:cubicBezTo>
                        <a:pt x="65167" y="75043"/>
                        <a:pt x="64763" y="75616"/>
                        <a:pt x="64374" y="76199"/>
                      </a:cubicBezTo>
                      <a:cubicBezTo>
                        <a:pt x="63984" y="76783"/>
                        <a:pt x="63609" y="77375"/>
                        <a:pt x="63248" y="77977"/>
                      </a:cubicBezTo>
                      <a:cubicBezTo>
                        <a:pt x="62887" y="78578"/>
                        <a:pt x="62542" y="79189"/>
                        <a:pt x="62211" y="79807"/>
                      </a:cubicBezTo>
                      <a:cubicBezTo>
                        <a:pt x="61880" y="80426"/>
                        <a:pt x="61565" y="81052"/>
                        <a:pt x="61265" y="81686"/>
                      </a:cubicBezTo>
                      <a:cubicBezTo>
                        <a:pt x="60965" y="82321"/>
                        <a:pt x="60681" y="82962"/>
                        <a:pt x="60413" y="83610"/>
                      </a:cubicBezTo>
                      <a:cubicBezTo>
                        <a:pt x="60144" y="84258"/>
                        <a:pt x="59892" y="84912"/>
                        <a:pt x="59656" y="85573"/>
                      </a:cubicBezTo>
                      <a:cubicBezTo>
                        <a:pt x="59419" y="86233"/>
                        <a:pt x="59199" y="86899"/>
                        <a:pt x="58996" y="87570"/>
                      </a:cubicBezTo>
                      <a:cubicBezTo>
                        <a:pt x="58792" y="88241"/>
                        <a:pt x="58605" y="88917"/>
                        <a:pt x="58435" y="89598"/>
                      </a:cubicBezTo>
                      <a:cubicBezTo>
                        <a:pt x="58264" y="90278"/>
                        <a:pt x="58110" y="90962"/>
                        <a:pt x="57974" y="91650"/>
                      </a:cubicBezTo>
                      <a:cubicBezTo>
                        <a:pt x="57837" y="92338"/>
                        <a:pt x="57717" y="93029"/>
                        <a:pt x="57614" y="93723"/>
                      </a:cubicBezTo>
                      <a:cubicBezTo>
                        <a:pt x="57511" y="94417"/>
                        <a:pt x="57425" y="95113"/>
                        <a:pt x="57356" y="95811"/>
                      </a:cubicBezTo>
                      <a:cubicBezTo>
                        <a:pt x="57288" y="96509"/>
                        <a:pt x="57236" y="97209"/>
                        <a:pt x="57202" y="97909"/>
                      </a:cubicBezTo>
                      <a:cubicBezTo>
                        <a:pt x="57167" y="98610"/>
                        <a:pt x="57150" y="99311"/>
                        <a:pt x="57150" y="100013"/>
                      </a:cubicBezTo>
                      <a:cubicBezTo>
                        <a:pt x="57150" y="100714"/>
                        <a:pt x="57167" y="101415"/>
                        <a:pt x="57202" y="102116"/>
                      </a:cubicBezTo>
                      <a:cubicBezTo>
                        <a:pt x="57236" y="102816"/>
                        <a:pt x="57288" y="103516"/>
                        <a:pt x="57356" y="104214"/>
                      </a:cubicBezTo>
                      <a:cubicBezTo>
                        <a:pt x="57425" y="104912"/>
                        <a:pt x="57511" y="105608"/>
                        <a:pt x="57614" y="106302"/>
                      </a:cubicBezTo>
                      <a:cubicBezTo>
                        <a:pt x="57717" y="106996"/>
                        <a:pt x="57837" y="107687"/>
                        <a:pt x="57974" y="108375"/>
                      </a:cubicBezTo>
                      <a:cubicBezTo>
                        <a:pt x="58110" y="109063"/>
                        <a:pt x="58264" y="109747"/>
                        <a:pt x="58435" y="110427"/>
                      </a:cubicBezTo>
                      <a:cubicBezTo>
                        <a:pt x="58605" y="111108"/>
                        <a:pt x="58792" y="111784"/>
                        <a:pt x="58996" y="112455"/>
                      </a:cubicBezTo>
                      <a:cubicBezTo>
                        <a:pt x="59199" y="113126"/>
                        <a:pt x="59419" y="113792"/>
                        <a:pt x="59656" y="114452"/>
                      </a:cubicBezTo>
                      <a:cubicBezTo>
                        <a:pt x="59892" y="115113"/>
                        <a:pt x="60144" y="115767"/>
                        <a:pt x="60413" y="116415"/>
                      </a:cubicBezTo>
                      <a:cubicBezTo>
                        <a:pt x="60681" y="117063"/>
                        <a:pt x="60965" y="117704"/>
                        <a:pt x="61265" y="118339"/>
                      </a:cubicBezTo>
                      <a:cubicBezTo>
                        <a:pt x="61565" y="118973"/>
                        <a:pt x="61880" y="119599"/>
                        <a:pt x="62211" y="120218"/>
                      </a:cubicBezTo>
                      <a:cubicBezTo>
                        <a:pt x="62542" y="120836"/>
                        <a:pt x="62887" y="121447"/>
                        <a:pt x="63248" y="122048"/>
                      </a:cubicBezTo>
                      <a:cubicBezTo>
                        <a:pt x="63609" y="122650"/>
                        <a:pt x="63984" y="123242"/>
                        <a:pt x="64374" y="123826"/>
                      </a:cubicBezTo>
                      <a:cubicBezTo>
                        <a:pt x="64763" y="124409"/>
                        <a:pt x="65167" y="124982"/>
                        <a:pt x="65585" y="125546"/>
                      </a:cubicBezTo>
                      <a:cubicBezTo>
                        <a:pt x="66003" y="126109"/>
                        <a:pt x="66434" y="126662"/>
                        <a:pt x="66879" y="127204"/>
                      </a:cubicBezTo>
                      <a:cubicBezTo>
                        <a:pt x="67324" y="127746"/>
                        <a:pt x="67782" y="128277"/>
                        <a:pt x="68253" y="128797"/>
                      </a:cubicBezTo>
                      <a:cubicBezTo>
                        <a:pt x="68725" y="129317"/>
                        <a:pt x="69208" y="129825"/>
                        <a:pt x="69704" y="130321"/>
                      </a:cubicBezTo>
                      <a:cubicBezTo>
                        <a:pt x="70200" y="130817"/>
                        <a:pt x="70708" y="131300"/>
                        <a:pt x="71228" y="131772"/>
                      </a:cubicBezTo>
                      <a:cubicBezTo>
                        <a:pt x="71748" y="132243"/>
                        <a:pt x="72279" y="132701"/>
                        <a:pt x="72821" y="133146"/>
                      </a:cubicBezTo>
                      <a:cubicBezTo>
                        <a:pt x="73363" y="133591"/>
                        <a:pt x="73916" y="134022"/>
                        <a:pt x="74479" y="134440"/>
                      </a:cubicBezTo>
                      <a:cubicBezTo>
                        <a:pt x="75043" y="134858"/>
                        <a:pt x="75616" y="135262"/>
                        <a:pt x="76199" y="135651"/>
                      </a:cubicBezTo>
                      <a:cubicBezTo>
                        <a:pt x="76783" y="136041"/>
                        <a:pt x="77375" y="136416"/>
                        <a:pt x="77977" y="136777"/>
                      </a:cubicBezTo>
                      <a:cubicBezTo>
                        <a:pt x="78578" y="137138"/>
                        <a:pt x="79189" y="137483"/>
                        <a:pt x="79807" y="137814"/>
                      </a:cubicBezTo>
                      <a:cubicBezTo>
                        <a:pt x="80426" y="138145"/>
                        <a:pt x="81052" y="138460"/>
                        <a:pt x="81686" y="138760"/>
                      </a:cubicBezTo>
                      <a:cubicBezTo>
                        <a:pt x="82321" y="139060"/>
                        <a:pt x="82962" y="139344"/>
                        <a:pt x="83610" y="139612"/>
                      </a:cubicBezTo>
                      <a:cubicBezTo>
                        <a:pt x="84258" y="139881"/>
                        <a:pt x="84912" y="140133"/>
                        <a:pt x="85573" y="140369"/>
                      </a:cubicBezTo>
                      <a:cubicBezTo>
                        <a:pt x="86233" y="140606"/>
                        <a:pt x="86899" y="140826"/>
                        <a:pt x="87570" y="141029"/>
                      </a:cubicBezTo>
                      <a:cubicBezTo>
                        <a:pt x="88241" y="141233"/>
                        <a:pt x="88917" y="141420"/>
                        <a:pt x="89598" y="141590"/>
                      </a:cubicBezTo>
                      <a:cubicBezTo>
                        <a:pt x="90278" y="141761"/>
                        <a:pt x="90962" y="141915"/>
                        <a:pt x="91650" y="142051"/>
                      </a:cubicBezTo>
                      <a:cubicBezTo>
                        <a:pt x="92338" y="142188"/>
                        <a:pt x="93029" y="142308"/>
                        <a:pt x="93723" y="142411"/>
                      </a:cubicBezTo>
                      <a:cubicBezTo>
                        <a:pt x="94417" y="142514"/>
                        <a:pt x="95113" y="142600"/>
                        <a:pt x="95811" y="142669"/>
                      </a:cubicBezTo>
                      <a:cubicBezTo>
                        <a:pt x="96509" y="142737"/>
                        <a:pt x="97209" y="142789"/>
                        <a:pt x="97909" y="142823"/>
                      </a:cubicBezTo>
                      <a:cubicBezTo>
                        <a:pt x="98610" y="142858"/>
                        <a:pt x="99311" y="142875"/>
                        <a:pt x="100013" y="142875"/>
                      </a:cubicBezTo>
                      <a:cubicBezTo>
                        <a:pt x="100714" y="142875"/>
                        <a:pt x="101415" y="142858"/>
                        <a:pt x="102116" y="142823"/>
                      </a:cubicBezTo>
                      <a:cubicBezTo>
                        <a:pt x="102816" y="142789"/>
                        <a:pt x="103516" y="142737"/>
                        <a:pt x="104214" y="142669"/>
                      </a:cubicBezTo>
                      <a:cubicBezTo>
                        <a:pt x="104912" y="142600"/>
                        <a:pt x="105608" y="142514"/>
                        <a:pt x="106302" y="142411"/>
                      </a:cubicBezTo>
                      <a:cubicBezTo>
                        <a:pt x="106996" y="142308"/>
                        <a:pt x="107687" y="142188"/>
                        <a:pt x="108375" y="142051"/>
                      </a:cubicBezTo>
                      <a:cubicBezTo>
                        <a:pt x="109063" y="141915"/>
                        <a:pt x="109747" y="141761"/>
                        <a:pt x="110427" y="141590"/>
                      </a:cubicBezTo>
                      <a:cubicBezTo>
                        <a:pt x="111108" y="141420"/>
                        <a:pt x="111784" y="141233"/>
                        <a:pt x="112455" y="141029"/>
                      </a:cubicBezTo>
                      <a:cubicBezTo>
                        <a:pt x="113126" y="140826"/>
                        <a:pt x="113792" y="140606"/>
                        <a:pt x="114452" y="140369"/>
                      </a:cubicBezTo>
                      <a:cubicBezTo>
                        <a:pt x="115113" y="140133"/>
                        <a:pt x="115767" y="139881"/>
                        <a:pt x="116415" y="139612"/>
                      </a:cubicBezTo>
                      <a:cubicBezTo>
                        <a:pt x="117063" y="139344"/>
                        <a:pt x="117704" y="139060"/>
                        <a:pt x="118339" y="138760"/>
                      </a:cubicBezTo>
                      <a:cubicBezTo>
                        <a:pt x="118973" y="138460"/>
                        <a:pt x="119599" y="138145"/>
                        <a:pt x="120218" y="137814"/>
                      </a:cubicBezTo>
                      <a:cubicBezTo>
                        <a:pt x="120836" y="137483"/>
                        <a:pt x="121447" y="137138"/>
                        <a:pt x="122048" y="136777"/>
                      </a:cubicBezTo>
                      <a:cubicBezTo>
                        <a:pt x="122650" y="136416"/>
                        <a:pt x="123242" y="136041"/>
                        <a:pt x="123826" y="135651"/>
                      </a:cubicBezTo>
                      <a:cubicBezTo>
                        <a:pt x="124409" y="135262"/>
                        <a:pt x="124982" y="134858"/>
                        <a:pt x="125546" y="134440"/>
                      </a:cubicBezTo>
                      <a:cubicBezTo>
                        <a:pt x="126109" y="134022"/>
                        <a:pt x="126662" y="133591"/>
                        <a:pt x="127204" y="133146"/>
                      </a:cubicBezTo>
                      <a:cubicBezTo>
                        <a:pt x="127746" y="132701"/>
                        <a:pt x="128277" y="132243"/>
                        <a:pt x="128797" y="131772"/>
                      </a:cubicBezTo>
                      <a:cubicBezTo>
                        <a:pt x="129317" y="131300"/>
                        <a:pt x="129825" y="130817"/>
                        <a:pt x="130321" y="130321"/>
                      </a:cubicBezTo>
                      <a:cubicBezTo>
                        <a:pt x="130817" y="129825"/>
                        <a:pt x="131300" y="129317"/>
                        <a:pt x="131772" y="128797"/>
                      </a:cubicBezTo>
                      <a:cubicBezTo>
                        <a:pt x="132243" y="128277"/>
                        <a:pt x="132701" y="127746"/>
                        <a:pt x="133146" y="127204"/>
                      </a:cubicBezTo>
                      <a:cubicBezTo>
                        <a:pt x="133591" y="126662"/>
                        <a:pt x="134022" y="126109"/>
                        <a:pt x="134440" y="125546"/>
                      </a:cubicBezTo>
                      <a:cubicBezTo>
                        <a:pt x="134858" y="124982"/>
                        <a:pt x="135262" y="124409"/>
                        <a:pt x="135651" y="123826"/>
                      </a:cubicBezTo>
                      <a:cubicBezTo>
                        <a:pt x="136041" y="123242"/>
                        <a:pt x="136416" y="122650"/>
                        <a:pt x="136777" y="122048"/>
                      </a:cubicBezTo>
                      <a:cubicBezTo>
                        <a:pt x="137138" y="121447"/>
                        <a:pt x="137483" y="120836"/>
                        <a:pt x="137814" y="120218"/>
                      </a:cubicBezTo>
                      <a:cubicBezTo>
                        <a:pt x="138145" y="119599"/>
                        <a:pt x="138460" y="118973"/>
                        <a:pt x="138760" y="118339"/>
                      </a:cubicBezTo>
                      <a:cubicBezTo>
                        <a:pt x="139060" y="117704"/>
                        <a:pt x="139344" y="117063"/>
                        <a:pt x="139612" y="116415"/>
                      </a:cubicBezTo>
                      <a:cubicBezTo>
                        <a:pt x="139881" y="115767"/>
                        <a:pt x="140133" y="115113"/>
                        <a:pt x="140369" y="114452"/>
                      </a:cubicBezTo>
                      <a:cubicBezTo>
                        <a:pt x="140606" y="113792"/>
                        <a:pt x="140826" y="113126"/>
                        <a:pt x="141029" y="112455"/>
                      </a:cubicBezTo>
                      <a:cubicBezTo>
                        <a:pt x="141233" y="111784"/>
                        <a:pt x="141420" y="111108"/>
                        <a:pt x="141590" y="110427"/>
                      </a:cubicBezTo>
                      <a:cubicBezTo>
                        <a:pt x="141761" y="109747"/>
                        <a:pt x="141915" y="109063"/>
                        <a:pt x="142051" y="108375"/>
                      </a:cubicBezTo>
                      <a:cubicBezTo>
                        <a:pt x="142188" y="107687"/>
                        <a:pt x="142308" y="106996"/>
                        <a:pt x="142411" y="106302"/>
                      </a:cubicBezTo>
                      <a:cubicBezTo>
                        <a:pt x="142514" y="105608"/>
                        <a:pt x="142600" y="104912"/>
                        <a:pt x="142669" y="104214"/>
                      </a:cubicBezTo>
                      <a:cubicBezTo>
                        <a:pt x="142737" y="103516"/>
                        <a:pt x="142789" y="102816"/>
                        <a:pt x="142823" y="102116"/>
                      </a:cubicBezTo>
                      <a:cubicBezTo>
                        <a:pt x="142858" y="101415"/>
                        <a:pt x="142875" y="100714"/>
                        <a:pt x="142875" y="1000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8920599" y="4740275"/>
                <a:ext cx="200025" cy="200025"/>
                <a:chOff x="7424957" y="2650332"/>
                <a:chExt cx="200025" cy="200025"/>
              </a:xfrm>
            </p:grpSpPr>
            <p:sp>
              <p:nvSpPr>
                <p:cNvPr id="27" name="任意多边形: 形状 11"/>
                <p:cNvSpPr/>
                <p:nvPr/>
              </p:nvSpPr>
              <p:spPr>
                <a:xfrm>
                  <a:off x="7482107" y="2707482"/>
                  <a:ext cx="85725" cy="85725"/>
                </a:xfrm>
                <a:custGeom>
                  <a:avLst/>
                  <a:gdLst>
                    <a:gd name="connsiteX0" fmla="*/ 85725 w 85725"/>
                    <a:gd name="connsiteY0" fmla="*/ 42863 h 85725"/>
                    <a:gd name="connsiteX1" fmla="*/ 42863 w 85725"/>
                    <a:gd name="connsiteY1" fmla="*/ 85725 h 85725"/>
                    <a:gd name="connsiteX2" fmla="*/ 0 w 85725"/>
                    <a:gd name="connsiteY2" fmla="*/ 42863 h 85725"/>
                    <a:gd name="connsiteX3" fmla="*/ 42863 w 85725"/>
                    <a:gd name="connsiteY3" fmla="*/ 0 h 85725"/>
                    <a:gd name="connsiteX4" fmla="*/ 85725 w 85725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725" h="85725">
                      <a:moveTo>
                        <a:pt x="85725" y="42863"/>
                      </a:moveTo>
                      <a:cubicBezTo>
                        <a:pt x="85725" y="66535"/>
                        <a:pt x="66535" y="85725"/>
                        <a:pt x="42863" y="85725"/>
                      </a:cubicBezTo>
                      <a:cubicBezTo>
                        <a:pt x="19190" y="85725"/>
                        <a:pt x="0" y="66535"/>
                        <a:pt x="0" y="42863"/>
                      </a:cubicBezTo>
                      <a:cubicBezTo>
                        <a:pt x="0" y="19190"/>
                        <a:pt x="19190" y="0"/>
                        <a:pt x="42863" y="0"/>
                      </a:cubicBezTo>
                      <a:cubicBezTo>
                        <a:pt x="66535" y="0"/>
                        <a:pt x="85725" y="19190"/>
                        <a:pt x="85725" y="428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任意多边形: 形状 12"/>
                <p:cNvSpPr/>
                <p:nvPr/>
              </p:nvSpPr>
              <p:spPr>
                <a:xfrm>
                  <a:off x="7424957" y="2650332"/>
                  <a:ext cx="200025" cy="200025"/>
                </a:xfrm>
                <a:custGeom>
                  <a:avLst/>
                  <a:gdLst>
                    <a:gd name="connsiteX0" fmla="*/ 200025 w 200025"/>
                    <a:gd name="connsiteY0" fmla="*/ 100013 h 200025"/>
                    <a:gd name="connsiteX1" fmla="*/ 199905 w 200025"/>
                    <a:gd name="connsiteY1" fmla="*/ 104920 h 200025"/>
                    <a:gd name="connsiteX2" fmla="*/ 199543 w 200025"/>
                    <a:gd name="connsiteY2" fmla="*/ 109815 h 200025"/>
                    <a:gd name="connsiteX3" fmla="*/ 198943 w 200025"/>
                    <a:gd name="connsiteY3" fmla="*/ 114687 h 200025"/>
                    <a:gd name="connsiteX4" fmla="*/ 198103 w 200025"/>
                    <a:gd name="connsiteY4" fmla="*/ 119524 h 200025"/>
                    <a:gd name="connsiteX5" fmla="*/ 197027 w 200025"/>
                    <a:gd name="connsiteY5" fmla="*/ 124314 h 200025"/>
                    <a:gd name="connsiteX6" fmla="*/ 195719 w 200025"/>
                    <a:gd name="connsiteY6" fmla="*/ 129045 h 200025"/>
                    <a:gd name="connsiteX7" fmla="*/ 194179 w 200025"/>
                    <a:gd name="connsiteY7" fmla="*/ 133706 h 200025"/>
                    <a:gd name="connsiteX8" fmla="*/ 192412 w 200025"/>
                    <a:gd name="connsiteY8" fmla="*/ 138286 h 200025"/>
                    <a:gd name="connsiteX9" fmla="*/ 190423 w 200025"/>
                    <a:gd name="connsiteY9" fmla="*/ 142773 h 200025"/>
                    <a:gd name="connsiteX10" fmla="*/ 188216 w 200025"/>
                    <a:gd name="connsiteY10" fmla="*/ 147158 h 200025"/>
                    <a:gd name="connsiteX11" fmla="*/ 185797 w 200025"/>
                    <a:gd name="connsiteY11" fmla="*/ 151429 h 200025"/>
                    <a:gd name="connsiteX12" fmla="*/ 183170 w 200025"/>
                    <a:gd name="connsiteY12" fmla="*/ 155577 h 200025"/>
                    <a:gd name="connsiteX13" fmla="*/ 180344 w 200025"/>
                    <a:gd name="connsiteY13" fmla="*/ 159589 h 200025"/>
                    <a:gd name="connsiteX14" fmla="*/ 177323 w 200025"/>
                    <a:gd name="connsiteY14" fmla="*/ 163459 h 200025"/>
                    <a:gd name="connsiteX15" fmla="*/ 174117 w 200025"/>
                    <a:gd name="connsiteY15" fmla="*/ 167177 h 200025"/>
                    <a:gd name="connsiteX16" fmla="*/ 170732 w 200025"/>
                    <a:gd name="connsiteY16" fmla="*/ 170732 h 200025"/>
                    <a:gd name="connsiteX17" fmla="*/ 167177 w 200025"/>
                    <a:gd name="connsiteY17" fmla="*/ 174117 h 200025"/>
                    <a:gd name="connsiteX18" fmla="*/ 163459 w 200025"/>
                    <a:gd name="connsiteY18" fmla="*/ 177323 h 200025"/>
                    <a:gd name="connsiteX19" fmla="*/ 159589 w 200025"/>
                    <a:gd name="connsiteY19" fmla="*/ 180344 h 200025"/>
                    <a:gd name="connsiteX20" fmla="*/ 155577 w 200025"/>
                    <a:gd name="connsiteY20" fmla="*/ 183170 h 200025"/>
                    <a:gd name="connsiteX21" fmla="*/ 151429 w 200025"/>
                    <a:gd name="connsiteY21" fmla="*/ 185796 h 200025"/>
                    <a:gd name="connsiteX22" fmla="*/ 147158 w 200025"/>
                    <a:gd name="connsiteY22" fmla="*/ 188216 h 200025"/>
                    <a:gd name="connsiteX23" fmla="*/ 142773 w 200025"/>
                    <a:gd name="connsiteY23" fmla="*/ 190423 h 200025"/>
                    <a:gd name="connsiteX24" fmla="*/ 138286 w 200025"/>
                    <a:gd name="connsiteY24" fmla="*/ 192412 h 200025"/>
                    <a:gd name="connsiteX25" fmla="*/ 133706 w 200025"/>
                    <a:gd name="connsiteY25" fmla="*/ 194179 h 200025"/>
                    <a:gd name="connsiteX26" fmla="*/ 129045 w 200025"/>
                    <a:gd name="connsiteY26" fmla="*/ 195719 h 200025"/>
                    <a:gd name="connsiteX27" fmla="*/ 124314 w 200025"/>
                    <a:gd name="connsiteY27" fmla="*/ 197027 h 200025"/>
                    <a:gd name="connsiteX28" fmla="*/ 119524 w 200025"/>
                    <a:gd name="connsiteY28" fmla="*/ 198103 h 200025"/>
                    <a:gd name="connsiteX29" fmla="*/ 114687 w 200025"/>
                    <a:gd name="connsiteY29" fmla="*/ 198943 h 200025"/>
                    <a:gd name="connsiteX30" fmla="*/ 109815 w 200025"/>
                    <a:gd name="connsiteY30" fmla="*/ 199543 h 200025"/>
                    <a:gd name="connsiteX31" fmla="*/ 104920 w 200025"/>
                    <a:gd name="connsiteY31" fmla="*/ 199905 h 200025"/>
                    <a:gd name="connsiteX32" fmla="*/ 100013 w 200025"/>
                    <a:gd name="connsiteY32" fmla="*/ 200025 h 200025"/>
                    <a:gd name="connsiteX33" fmla="*/ 95105 w 200025"/>
                    <a:gd name="connsiteY33" fmla="*/ 199905 h 200025"/>
                    <a:gd name="connsiteX34" fmla="*/ 90210 w 200025"/>
                    <a:gd name="connsiteY34" fmla="*/ 199543 h 200025"/>
                    <a:gd name="connsiteX35" fmla="*/ 85338 w 200025"/>
                    <a:gd name="connsiteY35" fmla="*/ 198943 h 200025"/>
                    <a:gd name="connsiteX36" fmla="*/ 80501 w 200025"/>
                    <a:gd name="connsiteY36" fmla="*/ 198103 h 200025"/>
                    <a:gd name="connsiteX37" fmla="*/ 75711 w 200025"/>
                    <a:gd name="connsiteY37" fmla="*/ 197027 h 200025"/>
                    <a:gd name="connsiteX38" fmla="*/ 70980 w 200025"/>
                    <a:gd name="connsiteY38" fmla="*/ 195719 h 200025"/>
                    <a:gd name="connsiteX39" fmla="*/ 66319 w 200025"/>
                    <a:gd name="connsiteY39" fmla="*/ 194179 h 200025"/>
                    <a:gd name="connsiteX40" fmla="*/ 61739 w 200025"/>
                    <a:gd name="connsiteY40" fmla="*/ 192412 h 200025"/>
                    <a:gd name="connsiteX41" fmla="*/ 57252 w 200025"/>
                    <a:gd name="connsiteY41" fmla="*/ 190423 h 200025"/>
                    <a:gd name="connsiteX42" fmla="*/ 52867 w 200025"/>
                    <a:gd name="connsiteY42" fmla="*/ 188216 h 200025"/>
                    <a:gd name="connsiteX43" fmla="*/ 48596 w 200025"/>
                    <a:gd name="connsiteY43" fmla="*/ 185797 h 200025"/>
                    <a:gd name="connsiteX44" fmla="*/ 44449 w 200025"/>
                    <a:gd name="connsiteY44" fmla="*/ 183170 h 200025"/>
                    <a:gd name="connsiteX45" fmla="*/ 40435 w 200025"/>
                    <a:gd name="connsiteY45" fmla="*/ 180344 h 200025"/>
                    <a:gd name="connsiteX46" fmla="*/ 36565 w 200025"/>
                    <a:gd name="connsiteY46" fmla="*/ 177323 h 200025"/>
                    <a:gd name="connsiteX47" fmla="*/ 32848 w 200025"/>
                    <a:gd name="connsiteY47" fmla="*/ 174117 h 200025"/>
                    <a:gd name="connsiteX48" fmla="*/ 29293 w 200025"/>
                    <a:gd name="connsiteY48" fmla="*/ 170732 h 200025"/>
                    <a:gd name="connsiteX49" fmla="*/ 25908 w 200025"/>
                    <a:gd name="connsiteY49" fmla="*/ 167177 h 200025"/>
                    <a:gd name="connsiteX50" fmla="*/ 22702 w 200025"/>
                    <a:gd name="connsiteY50" fmla="*/ 163459 h 200025"/>
                    <a:gd name="connsiteX51" fmla="*/ 19682 w 200025"/>
                    <a:gd name="connsiteY51" fmla="*/ 159589 h 200025"/>
                    <a:gd name="connsiteX52" fmla="*/ 16855 w 200025"/>
                    <a:gd name="connsiteY52" fmla="*/ 155577 h 200025"/>
                    <a:gd name="connsiteX53" fmla="*/ 14229 w 200025"/>
                    <a:gd name="connsiteY53" fmla="*/ 151429 h 200025"/>
                    <a:gd name="connsiteX54" fmla="*/ 11809 w 200025"/>
                    <a:gd name="connsiteY54" fmla="*/ 147158 h 200025"/>
                    <a:gd name="connsiteX55" fmla="*/ 9602 w 200025"/>
                    <a:gd name="connsiteY55" fmla="*/ 142773 h 200025"/>
                    <a:gd name="connsiteX56" fmla="*/ 7613 w 200025"/>
                    <a:gd name="connsiteY56" fmla="*/ 138286 h 200025"/>
                    <a:gd name="connsiteX57" fmla="*/ 5846 w 200025"/>
                    <a:gd name="connsiteY57" fmla="*/ 133706 h 200025"/>
                    <a:gd name="connsiteX58" fmla="*/ 4307 w 200025"/>
                    <a:gd name="connsiteY58" fmla="*/ 129045 h 200025"/>
                    <a:gd name="connsiteX59" fmla="*/ 2997 w 200025"/>
                    <a:gd name="connsiteY59" fmla="*/ 124314 h 200025"/>
                    <a:gd name="connsiteX60" fmla="*/ 1922 w 200025"/>
                    <a:gd name="connsiteY60" fmla="*/ 119524 h 200025"/>
                    <a:gd name="connsiteX61" fmla="*/ 1083 w 200025"/>
                    <a:gd name="connsiteY61" fmla="*/ 114687 h 200025"/>
                    <a:gd name="connsiteX62" fmla="*/ 482 w 200025"/>
                    <a:gd name="connsiteY62" fmla="*/ 109815 h 200025"/>
                    <a:gd name="connsiteX63" fmla="*/ 120 w 200025"/>
                    <a:gd name="connsiteY63" fmla="*/ 104920 h 200025"/>
                    <a:gd name="connsiteX64" fmla="*/ 0 w 200025"/>
                    <a:gd name="connsiteY64" fmla="*/ 100013 h 200025"/>
                    <a:gd name="connsiteX65" fmla="*/ 120 w 200025"/>
                    <a:gd name="connsiteY65" fmla="*/ 95105 h 200025"/>
                    <a:gd name="connsiteX66" fmla="*/ 482 w 200025"/>
                    <a:gd name="connsiteY66" fmla="*/ 90210 h 200025"/>
                    <a:gd name="connsiteX67" fmla="*/ 1083 w 200025"/>
                    <a:gd name="connsiteY67" fmla="*/ 85338 h 200025"/>
                    <a:gd name="connsiteX68" fmla="*/ 1922 w 200025"/>
                    <a:gd name="connsiteY68" fmla="*/ 80501 h 200025"/>
                    <a:gd name="connsiteX69" fmla="*/ 2997 w 200025"/>
                    <a:gd name="connsiteY69" fmla="*/ 75711 h 200025"/>
                    <a:gd name="connsiteX70" fmla="*/ 4307 w 200025"/>
                    <a:gd name="connsiteY70" fmla="*/ 70980 h 200025"/>
                    <a:gd name="connsiteX71" fmla="*/ 5846 w 200025"/>
                    <a:gd name="connsiteY71" fmla="*/ 66319 h 200025"/>
                    <a:gd name="connsiteX72" fmla="*/ 7613 w 200025"/>
                    <a:gd name="connsiteY72" fmla="*/ 61739 h 200025"/>
                    <a:gd name="connsiteX73" fmla="*/ 9602 w 200025"/>
                    <a:gd name="connsiteY73" fmla="*/ 57252 h 200025"/>
                    <a:gd name="connsiteX74" fmla="*/ 11809 w 200025"/>
                    <a:gd name="connsiteY74" fmla="*/ 52867 h 200025"/>
                    <a:gd name="connsiteX75" fmla="*/ 14229 w 200025"/>
                    <a:gd name="connsiteY75" fmla="*/ 48596 h 200025"/>
                    <a:gd name="connsiteX76" fmla="*/ 16855 w 200025"/>
                    <a:gd name="connsiteY76" fmla="*/ 44449 h 200025"/>
                    <a:gd name="connsiteX77" fmla="*/ 19682 w 200025"/>
                    <a:gd name="connsiteY77" fmla="*/ 40435 h 200025"/>
                    <a:gd name="connsiteX78" fmla="*/ 22702 w 200025"/>
                    <a:gd name="connsiteY78" fmla="*/ 36565 h 200025"/>
                    <a:gd name="connsiteX79" fmla="*/ 25908 w 200025"/>
                    <a:gd name="connsiteY79" fmla="*/ 32848 h 200025"/>
                    <a:gd name="connsiteX80" fmla="*/ 29293 w 200025"/>
                    <a:gd name="connsiteY80" fmla="*/ 29293 h 200025"/>
                    <a:gd name="connsiteX81" fmla="*/ 32848 w 200025"/>
                    <a:gd name="connsiteY81" fmla="*/ 25908 h 200025"/>
                    <a:gd name="connsiteX82" fmla="*/ 36565 w 200025"/>
                    <a:gd name="connsiteY82" fmla="*/ 22702 h 200025"/>
                    <a:gd name="connsiteX83" fmla="*/ 40435 w 200025"/>
                    <a:gd name="connsiteY83" fmla="*/ 19682 h 200025"/>
                    <a:gd name="connsiteX84" fmla="*/ 44449 w 200025"/>
                    <a:gd name="connsiteY84" fmla="*/ 16855 h 200025"/>
                    <a:gd name="connsiteX85" fmla="*/ 48596 w 200025"/>
                    <a:gd name="connsiteY85" fmla="*/ 14229 h 200025"/>
                    <a:gd name="connsiteX86" fmla="*/ 52867 w 200025"/>
                    <a:gd name="connsiteY86" fmla="*/ 11809 h 200025"/>
                    <a:gd name="connsiteX87" fmla="*/ 57252 w 200025"/>
                    <a:gd name="connsiteY87" fmla="*/ 9602 h 200025"/>
                    <a:gd name="connsiteX88" fmla="*/ 61739 w 200025"/>
                    <a:gd name="connsiteY88" fmla="*/ 7613 h 200025"/>
                    <a:gd name="connsiteX89" fmla="*/ 66319 w 200025"/>
                    <a:gd name="connsiteY89" fmla="*/ 5846 h 200025"/>
                    <a:gd name="connsiteX90" fmla="*/ 70980 w 200025"/>
                    <a:gd name="connsiteY90" fmla="*/ 4307 h 200025"/>
                    <a:gd name="connsiteX91" fmla="*/ 75711 w 200025"/>
                    <a:gd name="connsiteY91" fmla="*/ 2997 h 200025"/>
                    <a:gd name="connsiteX92" fmla="*/ 80501 w 200025"/>
                    <a:gd name="connsiteY92" fmla="*/ 1922 h 200025"/>
                    <a:gd name="connsiteX93" fmla="*/ 85338 w 200025"/>
                    <a:gd name="connsiteY93" fmla="*/ 1083 h 200025"/>
                    <a:gd name="connsiteX94" fmla="*/ 90210 w 200025"/>
                    <a:gd name="connsiteY94" fmla="*/ 482 h 200025"/>
                    <a:gd name="connsiteX95" fmla="*/ 95105 w 200025"/>
                    <a:gd name="connsiteY95" fmla="*/ 120 h 200025"/>
                    <a:gd name="connsiteX96" fmla="*/ 100013 w 200025"/>
                    <a:gd name="connsiteY96" fmla="*/ 0 h 200025"/>
                    <a:gd name="connsiteX97" fmla="*/ 104920 w 200025"/>
                    <a:gd name="connsiteY97" fmla="*/ 120 h 200025"/>
                    <a:gd name="connsiteX98" fmla="*/ 109815 w 200025"/>
                    <a:gd name="connsiteY98" fmla="*/ 482 h 200025"/>
                    <a:gd name="connsiteX99" fmla="*/ 114687 w 200025"/>
                    <a:gd name="connsiteY99" fmla="*/ 1083 h 200025"/>
                    <a:gd name="connsiteX100" fmla="*/ 119524 w 200025"/>
                    <a:gd name="connsiteY100" fmla="*/ 1922 h 200025"/>
                    <a:gd name="connsiteX101" fmla="*/ 124314 w 200025"/>
                    <a:gd name="connsiteY101" fmla="*/ 2997 h 200025"/>
                    <a:gd name="connsiteX102" fmla="*/ 129045 w 200025"/>
                    <a:gd name="connsiteY102" fmla="*/ 4307 h 200025"/>
                    <a:gd name="connsiteX103" fmla="*/ 133706 w 200025"/>
                    <a:gd name="connsiteY103" fmla="*/ 5846 h 200025"/>
                    <a:gd name="connsiteX104" fmla="*/ 138286 w 200025"/>
                    <a:gd name="connsiteY104" fmla="*/ 7613 h 200025"/>
                    <a:gd name="connsiteX105" fmla="*/ 142773 w 200025"/>
                    <a:gd name="connsiteY105" fmla="*/ 9602 h 200025"/>
                    <a:gd name="connsiteX106" fmla="*/ 147158 w 200025"/>
                    <a:gd name="connsiteY106" fmla="*/ 11809 h 200025"/>
                    <a:gd name="connsiteX107" fmla="*/ 151429 w 200025"/>
                    <a:gd name="connsiteY107" fmla="*/ 14229 h 200025"/>
                    <a:gd name="connsiteX108" fmla="*/ 155577 w 200025"/>
                    <a:gd name="connsiteY108" fmla="*/ 16855 h 200025"/>
                    <a:gd name="connsiteX109" fmla="*/ 159589 w 200025"/>
                    <a:gd name="connsiteY109" fmla="*/ 19682 h 200025"/>
                    <a:gd name="connsiteX110" fmla="*/ 163459 w 200025"/>
                    <a:gd name="connsiteY110" fmla="*/ 22702 h 200025"/>
                    <a:gd name="connsiteX111" fmla="*/ 167177 w 200025"/>
                    <a:gd name="connsiteY111" fmla="*/ 25908 h 200025"/>
                    <a:gd name="connsiteX112" fmla="*/ 170732 w 200025"/>
                    <a:gd name="connsiteY112" fmla="*/ 29293 h 200025"/>
                    <a:gd name="connsiteX113" fmla="*/ 174117 w 200025"/>
                    <a:gd name="connsiteY113" fmla="*/ 32848 h 200025"/>
                    <a:gd name="connsiteX114" fmla="*/ 177323 w 200025"/>
                    <a:gd name="connsiteY114" fmla="*/ 36565 h 200025"/>
                    <a:gd name="connsiteX115" fmla="*/ 180344 w 200025"/>
                    <a:gd name="connsiteY115" fmla="*/ 40435 h 200025"/>
                    <a:gd name="connsiteX116" fmla="*/ 183170 w 200025"/>
                    <a:gd name="connsiteY116" fmla="*/ 44449 h 200025"/>
                    <a:gd name="connsiteX117" fmla="*/ 185796 w 200025"/>
                    <a:gd name="connsiteY117" fmla="*/ 48596 h 200025"/>
                    <a:gd name="connsiteX118" fmla="*/ 188216 w 200025"/>
                    <a:gd name="connsiteY118" fmla="*/ 52867 h 200025"/>
                    <a:gd name="connsiteX119" fmla="*/ 190423 w 200025"/>
                    <a:gd name="connsiteY119" fmla="*/ 57252 h 200025"/>
                    <a:gd name="connsiteX120" fmla="*/ 192412 w 200025"/>
                    <a:gd name="connsiteY120" fmla="*/ 61739 h 200025"/>
                    <a:gd name="connsiteX121" fmla="*/ 194179 w 200025"/>
                    <a:gd name="connsiteY121" fmla="*/ 66319 h 200025"/>
                    <a:gd name="connsiteX122" fmla="*/ 195719 w 200025"/>
                    <a:gd name="connsiteY122" fmla="*/ 70980 h 200025"/>
                    <a:gd name="connsiteX123" fmla="*/ 197027 w 200025"/>
                    <a:gd name="connsiteY123" fmla="*/ 75711 h 200025"/>
                    <a:gd name="connsiteX124" fmla="*/ 198103 w 200025"/>
                    <a:gd name="connsiteY124" fmla="*/ 80501 h 200025"/>
                    <a:gd name="connsiteX125" fmla="*/ 198943 w 200025"/>
                    <a:gd name="connsiteY125" fmla="*/ 85338 h 200025"/>
                    <a:gd name="connsiteX126" fmla="*/ 199543 w 200025"/>
                    <a:gd name="connsiteY126" fmla="*/ 90210 h 200025"/>
                    <a:gd name="connsiteX127" fmla="*/ 199905 w 200025"/>
                    <a:gd name="connsiteY127" fmla="*/ 95105 h 200025"/>
                    <a:gd name="connsiteX128" fmla="*/ 200025 w 200025"/>
                    <a:gd name="connsiteY128" fmla="*/ 100013 h 200025"/>
                    <a:gd name="connsiteX129" fmla="*/ 142875 w 200025"/>
                    <a:gd name="connsiteY129" fmla="*/ 100013 h 200025"/>
                    <a:gd name="connsiteX130" fmla="*/ 142823 w 200025"/>
                    <a:gd name="connsiteY130" fmla="*/ 97909 h 200025"/>
                    <a:gd name="connsiteX131" fmla="*/ 142669 w 200025"/>
                    <a:gd name="connsiteY131" fmla="*/ 95811 h 200025"/>
                    <a:gd name="connsiteX132" fmla="*/ 142411 w 200025"/>
                    <a:gd name="connsiteY132" fmla="*/ 93723 h 200025"/>
                    <a:gd name="connsiteX133" fmla="*/ 142051 w 200025"/>
                    <a:gd name="connsiteY133" fmla="*/ 91650 h 200025"/>
                    <a:gd name="connsiteX134" fmla="*/ 141590 w 200025"/>
                    <a:gd name="connsiteY134" fmla="*/ 89598 h 200025"/>
                    <a:gd name="connsiteX135" fmla="*/ 141029 w 200025"/>
                    <a:gd name="connsiteY135" fmla="*/ 87570 h 200025"/>
                    <a:gd name="connsiteX136" fmla="*/ 140369 w 200025"/>
                    <a:gd name="connsiteY136" fmla="*/ 85573 h 200025"/>
                    <a:gd name="connsiteX137" fmla="*/ 139612 w 200025"/>
                    <a:gd name="connsiteY137" fmla="*/ 83610 h 200025"/>
                    <a:gd name="connsiteX138" fmla="*/ 138760 w 200025"/>
                    <a:gd name="connsiteY138" fmla="*/ 81686 h 200025"/>
                    <a:gd name="connsiteX139" fmla="*/ 137814 w 200025"/>
                    <a:gd name="connsiteY139" fmla="*/ 79807 h 200025"/>
                    <a:gd name="connsiteX140" fmla="*/ 136777 w 200025"/>
                    <a:gd name="connsiteY140" fmla="*/ 77977 h 200025"/>
                    <a:gd name="connsiteX141" fmla="*/ 135651 w 200025"/>
                    <a:gd name="connsiteY141" fmla="*/ 76199 h 200025"/>
                    <a:gd name="connsiteX142" fmla="*/ 134440 w 200025"/>
                    <a:gd name="connsiteY142" fmla="*/ 74479 h 200025"/>
                    <a:gd name="connsiteX143" fmla="*/ 133146 w 200025"/>
                    <a:gd name="connsiteY143" fmla="*/ 72821 h 200025"/>
                    <a:gd name="connsiteX144" fmla="*/ 131772 w 200025"/>
                    <a:gd name="connsiteY144" fmla="*/ 71228 h 200025"/>
                    <a:gd name="connsiteX145" fmla="*/ 130321 w 200025"/>
                    <a:gd name="connsiteY145" fmla="*/ 69704 h 200025"/>
                    <a:gd name="connsiteX146" fmla="*/ 128797 w 200025"/>
                    <a:gd name="connsiteY146" fmla="*/ 68253 h 200025"/>
                    <a:gd name="connsiteX147" fmla="*/ 127204 w 200025"/>
                    <a:gd name="connsiteY147" fmla="*/ 66879 h 200025"/>
                    <a:gd name="connsiteX148" fmla="*/ 125546 w 200025"/>
                    <a:gd name="connsiteY148" fmla="*/ 65585 h 200025"/>
                    <a:gd name="connsiteX149" fmla="*/ 123826 w 200025"/>
                    <a:gd name="connsiteY149" fmla="*/ 64374 h 200025"/>
                    <a:gd name="connsiteX150" fmla="*/ 122048 w 200025"/>
                    <a:gd name="connsiteY150" fmla="*/ 63248 h 200025"/>
                    <a:gd name="connsiteX151" fmla="*/ 120218 w 200025"/>
                    <a:gd name="connsiteY151" fmla="*/ 62211 h 200025"/>
                    <a:gd name="connsiteX152" fmla="*/ 118339 w 200025"/>
                    <a:gd name="connsiteY152" fmla="*/ 61265 h 200025"/>
                    <a:gd name="connsiteX153" fmla="*/ 116415 w 200025"/>
                    <a:gd name="connsiteY153" fmla="*/ 60413 h 200025"/>
                    <a:gd name="connsiteX154" fmla="*/ 114452 w 200025"/>
                    <a:gd name="connsiteY154" fmla="*/ 59656 h 200025"/>
                    <a:gd name="connsiteX155" fmla="*/ 112455 w 200025"/>
                    <a:gd name="connsiteY155" fmla="*/ 58996 h 200025"/>
                    <a:gd name="connsiteX156" fmla="*/ 110427 w 200025"/>
                    <a:gd name="connsiteY156" fmla="*/ 58435 h 200025"/>
                    <a:gd name="connsiteX157" fmla="*/ 108375 w 200025"/>
                    <a:gd name="connsiteY157" fmla="*/ 57974 h 200025"/>
                    <a:gd name="connsiteX158" fmla="*/ 106302 w 200025"/>
                    <a:gd name="connsiteY158" fmla="*/ 57614 h 200025"/>
                    <a:gd name="connsiteX159" fmla="*/ 104214 w 200025"/>
                    <a:gd name="connsiteY159" fmla="*/ 57356 h 200025"/>
                    <a:gd name="connsiteX160" fmla="*/ 102116 w 200025"/>
                    <a:gd name="connsiteY160" fmla="*/ 57202 h 200025"/>
                    <a:gd name="connsiteX161" fmla="*/ 100013 w 200025"/>
                    <a:gd name="connsiteY161" fmla="*/ 57150 h 200025"/>
                    <a:gd name="connsiteX162" fmla="*/ 97909 w 200025"/>
                    <a:gd name="connsiteY162" fmla="*/ 57202 h 200025"/>
                    <a:gd name="connsiteX163" fmla="*/ 95811 w 200025"/>
                    <a:gd name="connsiteY163" fmla="*/ 57356 h 200025"/>
                    <a:gd name="connsiteX164" fmla="*/ 93723 w 200025"/>
                    <a:gd name="connsiteY164" fmla="*/ 57614 h 200025"/>
                    <a:gd name="connsiteX165" fmla="*/ 91650 w 200025"/>
                    <a:gd name="connsiteY165" fmla="*/ 57974 h 200025"/>
                    <a:gd name="connsiteX166" fmla="*/ 89598 w 200025"/>
                    <a:gd name="connsiteY166" fmla="*/ 58435 h 200025"/>
                    <a:gd name="connsiteX167" fmla="*/ 87570 w 200025"/>
                    <a:gd name="connsiteY167" fmla="*/ 58996 h 200025"/>
                    <a:gd name="connsiteX168" fmla="*/ 85573 w 200025"/>
                    <a:gd name="connsiteY168" fmla="*/ 59656 h 200025"/>
                    <a:gd name="connsiteX169" fmla="*/ 83610 w 200025"/>
                    <a:gd name="connsiteY169" fmla="*/ 60413 h 200025"/>
                    <a:gd name="connsiteX170" fmla="*/ 81686 w 200025"/>
                    <a:gd name="connsiteY170" fmla="*/ 61265 h 200025"/>
                    <a:gd name="connsiteX171" fmla="*/ 79807 w 200025"/>
                    <a:gd name="connsiteY171" fmla="*/ 62211 h 200025"/>
                    <a:gd name="connsiteX172" fmla="*/ 77977 w 200025"/>
                    <a:gd name="connsiteY172" fmla="*/ 63248 h 200025"/>
                    <a:gd name="connsiteX173" fmla="*/ 76199 w 200025"/>
                    <a:gd name="connsiteY173" fmla="*/ 64374 h 200025"/>
                    <a:gd name="connsiteX174" fmla="*/ 74479 w 200025"/>
                    <a:gd name="connsiteY174" fmla="*/ 65585 h 200025"/>
                    <a:gd name="connsiteX175" fmla="*/ 72821 w 200025"/>
                    <a:gd name="connsiteY175" fmla="*/ 66879 h 200025"/>
                    <a:gd name="connsiteX176" fmla="*/ 71228 w 200025"/>
                    <a:gd name="connsiteY176" fmla="*/ 68253 h 200025"/>
                    <a:gd name="connsiteX177" fmla="*/ 69704 w 200025"/>
                    <a:gd name="connsiteY177" fmla="*/ 69704 h 200025"/>
                    <a:gd name="connsiteX178" fmla="*/ 68253 w 200025"/>
                    <a:gd name="connsiteY178" fmla="*/ 71228 h 200025"/>
                    <a:gd name="connsiteX179" fmla="*/ 66879 w 200025"/>
                    <a:gd name="connsiteY179" fmla="*/ 72821 h 200025"/>
                    <a:gd name="connsiteX180" fmla="*/ 65585 w 200025"/>
                    <a:gd name="connsiteY180" fmla="*/ 74479 h 200025"/>
                    <a:gd name="connsiteX181" fmla="*/ 64374 w 200025"/>
                    <a:gd name="connsiteY181" fmla="*/ 76199 h 200025"/>
                    <a:gd name="connsiteX182" fmla="*/ 63248 w 200025"/>
                    <a:gd name="connsiteY182" fmla="*/ 77977 h 200025"/>
                    <a:gd name="connsiteX183" fmla="*/ 62211 w 200025"/>
                    <a:gd name="connsiteY183" fmla="*/ 79807 h 200025"/>
                    <a:gd name="connsiteX184" fmla="*/ 61265 w 200025"/>
                    <a:gd name="connsiteY184" fmla="*/ 81686 h 200025"/>
                    <a:gd name="connsiteX185" fmla="*/ 60413 w 200025"/>
                    <a:gd name="connsiteY185" fmla="*/ 83610 h 200025"/>
                    <a:gd name="connsiteX186" fmla="*/ 59656 w 200025"/>
                    <a:gd name="connsiteY186" fmla="*/ 85573 h 200025"/>
                    <a:gd name="connsiteX187" fmla="*/ 58996 w 200025"/>
                    <a:gd name="connsiteY187" fmla="*/ 87570 h 200025"/>
                    <a:gd name="connsiteX188" fmla="*/ 58435 w 200025"/>
                    <a:gd name="connsiteY188" fmla="*/ 89598 h 200025"/>
                    <a:gd name="connsiteX189" fmla="*/ 57974 w 200025"/>
                    <a:gd name="connsiteY189" fmla="*/ 91650 h 200025"/>
                    <a:gd name="connsiteX190" fmla="*/ 57614 w 200025"/>
                    <a:gd name="connsiteY190" fmla="*/ 93723 h 200025"/>
                    <a:gd name="connsiteX191" fmla="*/ 57356 w 200025"/>
                    <a:gd name="connsiteY191" fmla="*/ 95811 h 200025"/>
                    <a:gd name="connsiteX192" fmla="*/ 57202 w 200025"/>
                    <a:gd name="connsiteY192" fmla="*/ 97909 h 200025"/>
                    <a:gd name="connsiteX193" fmla="*/ 57150 w 200025"/>
                    <a:gd name="connsiteY193" fmla="*/ 100013 h 200025"/>
                    <a:gd name="connsiteX194" fmla="*/ 57202 w 200025"/>
                    <a:gd name="connsiteY194" fmla="*/ 102116 h 200025"/>
                    <a:gd name="connsiteX195" fmla="*/ 57356 w 200025"/>
                    <a:gd name="connsiteY195" fmla="*/ 104214 h 200025"/>
                    <a:gd name="connsiteX196" fmla="*/ 57614 w 200025"/>
                    <a:gd name="connsiteY196" fmla="*/ 106302 h 200025"/>
                    <a:gd name="connsiteX197" fmla="*/ 57974 w 200025"/>
                    <a:gd name="connsiteY197" fmla="*/ 108375 h 200025"/>
                    <a:gd name="connsiteX198" fmla="*/ 58435 w 200025"/>
                    <a:gd name="connsiteY198" fmla="*/ 110427 h 200025"/>
                    <a:gd name="connsiteX199" fmla="*/ 58996 w 200025"/>
                    <a:gd name="connsiteY199" fmla="*/ 112455 h 200025"/>
                    <a:gd name="connsiteX200" fmla="*/ 59656 w 200025"/>
                    <a:gd name="connsiteY200" fmla="*/ 114452 h 200025"/>
                    <a:gd name="connsiteX201" fmla="*/ 60413 w 200025"/>
                    <a:gd name="connsiteY201" fmla="*/ 116415 h 200025"/>
                    <a:gd name="connsiteX202" fmla="*/ 61265 w 200025"/>
                    <a:gd name="connsiteY202" fmla="*/ 118339 h 200025"/>
                    <a:gd name="connsiteX203" fmla="*/ 62211 w 200025"/>
                    <a:gd name="connsiteY203" fmla="*/ 120218 h 200025"/>
                    <a:gd name="connsiteX204" fmla="*/ 63248 w 200025"/>
                    <a:gd name="connsiteY204" fmla="*/ 122048 h 200025"/>
                    <a:gd name="connsiteX205" fmla="*/ 64374 w 200025"/>
                    <a:gd name="connsiteY205" fmla="*/ 123826 h 200025"/>
                    <a:gd name="connsiteX206" fmla="*/ 65585 w 200025"/>
                    <a:gd name="connsiteY206" fmla="*/ 125546 h 200025"/>
                    <a:gd name="connsiteX207" fmla="*/ 66879 w 200025"/>
                    <a:gd name="connsiteY207" fmla="*/ 127204 h 200025"/>
                    <a:gd name="connsiteX208" fmla="*/ 68253 w 200025"/>
                    <a:gd name="connsiteY208" fmla="*/ 128797 h 200025"/>
                    <a:gd name="connsiteX209" fmla="*/ 69704 w 200025"/>
                    <a:gd name="connsiteY209" fmla="*/ 130321 h 200025"/>
                    <a:gd name="connsiteX210" fmla="*/ 71228 w 200025"/>
                    <a:gd name="connsiteY210" fmla="*/ 131772 h 200025"/>
                    <a:gd name="connsiteX211" fmla="*/ 72821 w 200025"/>
                    <a:gd name="connsiteY211" fmla="*/ 133146 h 200025"/>
                    <a:gd name="connsiteX212" fmla="*/ 74479 w 200025"/>
                    <a:gd name="connsiteY212" fmla="*/ 134440 h 200025"/>
                    <a:gd name="connsiteX213" fmla="*/ 76199 w 200025"/>
                    <a:gd name="connsiteY213" fmla="*/ 135651 h 200025"/>
                    <a:gd name="connsiteX214" fmla="*/ 77977 w 200025"/>
                    <a:gd name="connsiteY214" fmla="*/ 136777 h 200025"/>
                    <a:gd name="connsiteX215" fmla="*/ 79807 w 200025"/>
                    <a:gd name="connsiteY215" fmla="*/ 137814 h 200025"/>
                    <a:gd name="connsiteX216" fmla="*/ 81686 w 200025"/>
                    <a:gd name="connsiteY216" fmla="*/ 138760 h 200025"/>
                    <a:gd name="connsiteX217" fmla="*/ 83610 w 200025"/>
                    <a:gd name="connsiteY217" fmla="*/ 139612 h 200025"/>
                    <a:gd name="connsiteX218" fmla="*/ 85573 w 200025"/>
                    <a:gd name="connsiteY218" fmla="*/ 140369 h 200025"/>
                    <a:gd name="connsiteX219" fmla="*/ 87570 w 200025"/>
                    <a:gd name="connsiteY219" fmla="*/ 141029 h 200025"/>
                    <a:gd name="connsiteX220" fmla="*/ 89598 w 200025"/>
                    <a:gd name="connsiteY220" fmla="*/ 141590 h 200025"/>
                    <a:gd name="connsiteX221" fmla="*/ 91650 w 200025"/>
                    <a:gd name="connsiteY221" fmla="*/ 142051 h 200025"/>
                    <a:gd name="connsiteX222" fmla="*/ 93723 w 200025"/>
                    <a:gd name="connsiteY222" fmla="*/ 142411 h 200025"/>
                    <a:gd name="connsiteX223" fmla="*/ 95811 w 200025"/>
                    <a:gd name="connsiteY223" fmla="*/ 142669 h 200025"/>
                    <a:gd name="connsiteX224" fmla="*/ 97909 w 200025"/>
                    <a:gd name="connsiteY224" fmla="*/ 142823 h 200025"/>
                    <a:gd name="connsiteX225" fmla="*/ 100013 w 200025"/>
                    <a:gd name="connsiteY225" fmla="*/ 142875 h 200025"/>
                    <a:gd name="connsiteX226" fmla="*/ 102116 w 200025"/>
                    <a:gd name="connsiteY226" fmla="*/ 142823 h 200025"/>
                    <a:gd name="connsiteX227" fmla="*/ 104214 w 200025"/>
                    <a:gd name="connsiteY227" fmla="*/ 142669 h 200025"/>
                    <a:gd name="connsiteX228" fmla="*/ 106302 w 200025"/>
                    <a:gd name="connsiteY228" fmla="*/ 142411 h 200025"/>
                    <a:gd name="connsiteX229" fmla="*/ 108375 w 200025"/>
                    <a:gd name="connsiteY229" fmla="*/ 142051 h 200025"/>
                    <a:gd name="connsiteX230" fmla="*/ 110427 w 200025"/>
                    <a:gd name="connsiteY230" fmla="*/ 141590 h 200025"/>
                    <a:gd name="connsiteX231" fmla="*/ 112455 w 200025"/>
                    <a:gd name="connsiteY231" fmla="*/ 141029 h 200025"/>
                    <a:gd name="connsiteX232" fmla="*/ 114452 w 200025"/>
                    <a:gd name="connsiteY232" fmla="*/ 140369 h 200025"/>
                    <a:gd name="connsiteX233" fmla="*/ 116415 w 200025"/>
                    <a:gd name="connsiteY233" fmla="*/ 139612 h 200025"/>
                    <a:gd name="connsiteX234" fmla="*/ 118339 w 200025"/>
                    <a:gd name="connsiteY234" fmla="*/ 138760 h 200025"/>
                    <a:gd name="connsiteX235" fmla="*/ 120218 w 200025"/>
                    <a:gd name="connsiteY235" fmla="*/ 137814 h 200025"/>
                    <a:gd name="connsiteX236" fmla="*/ 122048 w 200025"/>
                    <a:gd name="connsiteY236" fmla="*/ 136777 h 200025"/>
                    <a:gd name="connsiteX237" fmla="*/ 123826 w 200025"/>
                    <a:gd name="connsiteY237" fmla="*/ 135651 h 200025"/>
                    <a:gd name="connsiteX238" fmla="*/ 125546 w 200025"/>
                    <a:gd name="connsiteY238" fmla="*/ 134440 h 200025"/>
                    <a:gd name="connsiteX239" fmla="*/ 127204 w 200025"/>
                    <a:gd name="connsiteY239" fmla="*/ 133146 h 200025"/>
                    <a:gd name="connsiteX240" fmla="*/ 128797 w 200025"/>
                    <a:gd name="connsiteY240" fmla="*/ 131772 h 200025"/>
                    <a:gd name="connsiteX241" fmla="*/ 130321 w 200025"/>
                    <a:gd name="connsiteY241" fmla="*/ 130321 h 200025"/>
                    <a:gd name="connsiteX242" fmla="*/ 131772 w 200025"/>
                    <a:gd name="connsiteY242" fmla="*/ 128797 h 200025"/>
                    <a:gd name="connsiteX243" fmla="*/ 133146 w 200025"/>
                    <a:gd name="connsiteY243" fmla="*/ 127204 h 200025"/>
                    <a:gd name="connsiteX244" fmla="*/ 134440 w 200025"/>
                    <a:gd name="connsiteY244" fmla="*/ 125546 h 200025"/>
                    <a:gd name="connsiteX245" fmla="*/ 135651 w 200025"/>
                    <a:gd name="connsiteY245" fmla="*/ 123826 h 200025"/>
                    <a:gd name="connsiteX246" fmla="*/ 136777 w 200025"/>
                    <a:gd name="connsiteY246" fmla="*/ 122048 h 200025"/>
                    <a:gd name="connsiteX247" fmla="*/ 137814 w 200025"/>
                    <a:gd name="connsiteY247" fmla="*/ 120218 h 200025"/>
                    <a:gd name="connsiteX248" fmla="*/ 138760 w 200025"/>
                    <a:gd name="connsiteY248" fmla="*/ 118339 h 200025"/>
                    <a:gd name="connsiteX249" fmla="*/ 139612 w 200025"/>
                    <a:gd name="connsiteY249" fmla="*/ 116415 h 200025"/>
                    <a:gd name="connsiteX250" fmla="*/ 140369 w 200025"/>
                    <a:gd name="connsiteY250" fmla="*/ 114452 h 200025"/>
                    <a:gd name="connsiteX251" fmla="*/ 141029 w 200025"/>
                    <a:gd name="connsiteY251" fmla="*/ 112455 h 200025"/>
                    <a:gd name="connsiteX252" fmla="*/ 141590 w 200025"/>
                    <a:gd name="connsiteY252" fmla="*/ 110427 h 200025"/>
                    <a:gd name="connsiteX253" fmla="*/ 142051 w 200025"/>
                    <a:gd name="connsiteY253" fmla="*/ 108375 h 200025"/>
                    <a:gd name="connsiteX254" fmla="*/ 142411 w 200025"/>
                    <a:gd name="connsiteY254" fmla="*/ 106302 h 200025"/>
                    <a:gd name="connsiteX255" fmla="*/ 142669 w 200025"/>
                    <a:gd name="connsiteY255" fmla="*/ 104214 h 200025"/>
                    <a:gd name="connsiteX256" fmla="*/ 142823 w 200025"/>
                    <a:gd name="connsiteY256" fmla="*/ 102116 h 200025"/>
                    <a:gd name="connsiteX257" fmla="*/ 142875 w 200025"/>
                    <a:gd name="connsiteY257" fmla="*/ 100013 h 200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</a:cxnLst>
                  <a:rect l="l" t="t" r="r" b="b"/>
                  <a:pathLst>
                    <a:path w="200025" h="200025">
                      <a:moveTo>
                        <a:pt x="200025" y="100013"/>
                      </a:moveTo>
                      <a:cubicBezTo>
                        <a:pt x="200025" y="101649"/>
                        <a:pt x="199985" y="103285"/>
                        <a:pt x="199905" y="104920"/>
                      </a:cubicBezTo>
                      <a:cubicBezTo>
                        <a:pt x="199824" y="106555"/>
                        <a:pt x="199704" y="108187"/>
                        <a:pt x="199543" y="109815"/>
                      </a:cubicBezTo>
                      <a:cubicBezTo>
                        <a:pt x="199383" y="111444"/>
                        <a:pt x="199183" y="113068"/>
                        <a:pt x="198943" y="114687"/>
                      </a:cubicBezTo>
                      <a:cubicBezTo>
                        <a:pt x="198702" y="116306"/>
                        <a:pt x="198422" y="117919"/>
                        <a:pt x="198103" y="119524"/>
                      </a:cubicBezTo>
                      <a:cubicBezTo>
                        <a:pt x="197784" y="121129"/>
                        <a:pt x="197426" y="122726"/>
                        <a:pt x="197027" y="124314"/>
                      </a:cubicBezTo>
                      <a:cubicBezTo>
                        <a:pt x="196630" y="125901"/>
                        <a:pt x="196194" y="127478"/>
                        <a:pt x="195719" y="129045"/>
                      </a:cubicBezTo>
                      <a:cubicBezTo>
                        <a:pt x="195243" y="130611"/>
                        <a:pt x="194730" y="132165"/>
                        <a:pt x="194179" y="133706"/>
                      </a:cubicBezTo>
                      <a:cubicBezTo>
                        <a:pt x="193627" y="135247"/>
                        <a:pt x="193038" y="136773"/>
                        <a:pt x="192412" y="138286"/>
                      </a:cubicBezTo>
                      <a:cubicBezTo>
                        <a:pt x="191786" y="139798"/>
                        <a:pt x="191123" y="141294"/>
                        <a:pt x="190423" y="142773"/>
                      </a:cubicBezTo>
                      <a:cubicBezTo>
                        <a:pt x="189723" y="144253"/>
                        <a:pt x="188987" y="145715"/>
                        <a:pt x="188216" y="147158"/>
                      </a:cubicBezTo>
                      <a:cubicBezTo>
                        <a:pt x="187444" y="148602"/>
                        <a:pt x="186638" y="150025"/>
                        <a:pt x="185797" y="151429"/>
                      </a:cubicBezTo>
                      <a:cubicBezTo>
                        <a:pt x="184955" y="152833"/>
                        <a:pt x="184079" y="154216"/>
                        <a:pt x="183170" y="155577"/>
                      </a:cubicBezTo>
                      <a:cubicBezTo>
                        <a:pt x="182260" y="156937"/>
                        <a:pt x="181318" y="158275"/>
                        <a:pt x="180344" y="159589"/>
                      </a:cubicBezTo>
                      <a:cubicBezTo>
                        <a:pt x="179368" y="160905"/>
                        <a:pt x="178361" y="162195"/>
                        <a:pt x="177323" y="163459"/>
                      </a:cubicBezTo>
                      <a:cubicBezTo>
                        <a:pt x="176285" y="164725"/>
                        <a:pt x="175216" y="165964"/>
                        <a:pt x="174117" y="167177"/>
                      </a:cubicBezTo>
                      <a:cubicBezTo>
                        <a:pt x="173018" y="168390"/>
                        <a:pt x="171889" y="169575"/>
                        <a:pt x="170732" y="170732"/>
                      </a:cubicBezTo>
                      <a:cubicBezTo>
                        <a:pt x="169575" y="171889"/>
                        <a:pt x="168390" y="173018"/>
                        <a:pt x="167177" y="174117"/>
                      </a:cubicBezTo>
                      <a:cubicBezTo>
                        <a:pt x="165964" y="175216"/>
                        <a:pt x="164725" y="176285"/>
                        <a:pt x="163459" y="177323"/>
                      </a:cubicBezTo>
                      <a:cubicBezTo>
                        <a:pt x="162195" y="178361"/>
                        <a:pt x="160905" y="179368"/>
                        <a:pt x="159589" y="180344"/>
                      </a:cubicBezTo>
                      <a:cubicBezTo>
                        <a:pt x="158275" y="181318"/>
                        <a:pt x="156937" y="182260"/>
                        <a:pt x="155577" y="183170"/>
                      </a:cubicBezTo>
                      <a:cubicBezTo>
                        <a:pt x="154216" y="184079"/>
                        <a:pt x="152833" y="184954"/>
                        <a:pt x="151429" y="185796"/>
                      </a:cubicBezTo>
                      <a:cubicBezTo>
                        <a:pt x="150025" y="186638"/>
                        <a:pt x="148602" y="187444"/>
                        <a:pt x="147158" y="188216"/>
                      </a:cubicBezTo>
                      <a:cubicBezTo>
                        <a:pt x="145715" y="188987"/>
                        <a:pt x="144253" y="189723"/>
                        <a:pt x="142773" y="190423"/>
                      </a:cubicBezTo>
                      <a:cubicBezTo>
                        <a:pt x="141294" y="191123"/>
                        <a:pt x="139798" y="191786"/>
                        <a:pt x="138286" y="192412"/>
                      </a:cubicBezTo>
                      <a:cubicBezTo>
                        <a:pt x="136773" y="193038"/>
                        <a:pt x="135247" y="193627"/>
                        <a:pt x="133706" y="194179"/>
                      </a:cubicBezTo>
                      <a:cubicBezTo>
                        <a:pt x="132165" y="194730"/>
                        <a:pt x="130611" y="195243"/>
                        <a:pt x="129045" y="195719"/>
                      </a:cubicBezTo>
                      <a:cubicBezTo>
                        <a:pt x="127478" y="196194"/>
                        <a:pt x="125901" y="196630"/>
                        <a:pt x="124314" y="197027"/>
                      </a:cubicBezTo>
                      <a:cubicBezTo>
                        <a:pt x="122726" y="197426"/>
                        <a:pt x="121129" y="197784"/>
                        <a:pt x="119524" y="198103"/>
                      </a:cubicBezTo>
                      <a:cubicBezTo>
                        <a:pt x="117919" y="198422"/>
                        <a:pt x="116306" y="198702"/>
                        <a:pt x="114687" y="198943"/>
                      </a:cubicBezTo>
                      <a:cubicBezTo>
                        <a:pt x="113068" y="199183"/>
                        <a:pt x="111444" y="199383"/>
                        <a:pt x="109815" y="199543"/>
                      </a:cubicBezTo>
                      <a:cubicBezTo>
                        <a:pt x="108187" y="199704"/>
                        <a:pt x="106555" y="199824"/>
                        <a:pt x="104920" y="199905"/>
                      </a:cubicBezTo>
                      <a:cubicBezTo>
                        <a:pt x="103285" y="199985"/>
                        <a:pt x="101649" y="200025"/>
                        <a:pt x="100013" y="200025"/>
                      </a:cubicBezTo>
                      <a:cubicBezTo>
                        <a:pt x="98376" y="200025"/>
                        <a:pt x="96740" y="199985"/>
                        <a:pt x="95105" y="199905"/>
                      </a:cubicBezTo>
                      <a:cubicBezTo>
                        <a:pt x="93470" y="199824"/>
                        <a:pt x="91838" y="199704"/>
                        <a:pt x="90210" y="199543"/>
                      </a:cubicBezTo>
                      <a:cubicBezTo>
                        <a:pt x="88581" y="199383"/>
                        <a:pt x="86957" y="199183"/>
                        <a:pt x="85338" y="198943"/>
                      </a:cubicBezTo>
                      <a:cubicBezTo>
                        <a:pt x="83719" y="198702"/>
                        <a:pt x="82106" y="198422"/>
                        <a:pt x="80501" y="198103"/>
                      </a:cubicBezTo>
                      <a:cubicBezTo>
                        <a:pt x="78896" y="197784"/>
                        <a:pt x="77299" y="197426"/>
                        <a:pt x="75711" y="197027"/>
                      </a:cubicBezTo>
                      <a:cubicBezTo>
                        <a:pt x="74124" y="196630"/>
                        <a:pt x="72547" y="196194"/>
                        <a:pt x="70980" y="195719"/>
                      </a:cubicBezTo>
                      <a:cubicBezTo>
                        <a:pt x="69414" y="195243"/>
                        <a:pt x="67860" y="194730"/>
                        <a:pt x="66319" y="194179"/>
                      </a:cubicBezTo>
                      <a:cubicBezTo>
                        <a:pt x="64778" y="193627"/>
                        <a:pt x="63252" y="193038"/>
                        <a:pt x="61739" y="192412"/>
                      </a:cubicBezTo>
                      <a:cubicBezTo>
                        <a:pt x="60227" y="191786"/>
                        <a:pt x="58731" y="191123"/>
                        <a:pt x="57252" y="190423"/>
                      </a:cubicBezTo>
                      <a:cubicBezTo>
                        <a:pt x="55772" y="189723"/>
                        <a:pt x="54310" y="188987"/>
                        <a:pt x="52867" y="188216"/>
                      </a:cubicBezTo>
                      <a:cubicBezTo>
                        <a:pt x="51423" y="187444"/>
                        <a:pt x="50000" y="186638"/>
                        <a:pt x="48596" y="185797"/>
                      </a:cubicBezTo>
                      <a:cubicBezTo>
                        <a:pt x="47192" y="184955"/>
                        <a:pt x="45809" y="184079"/>
                        <a:pt x="44449" y="183170"/>
                      </a:cubicBezTo>
                      <a:cubicBezTo>
                        <a:pt x="43088" y="182260"/>
                        <a:pt x="41750" y="181318"/>
                        <a:pt x="40435" y="180344"/>
                      </a:cubicBezTo>
                      <a:cubicBezTo>
                        <a:pt x="39120" y="179368"/>
                        <a:pt x="37830" y="178361"/>
                        <a:pt x="36565" y="177323"/>
                      </a:cubicBezTo>
                      <a:cubicBezTo>
                        <a:pt x="35300" y="176285"/>
                        <a:pt x="34061" y="175216"/>
                        <a:pt x="32848" y="174117"/>
                      </a:cubicBezTo>
                      <a:cubicBezTo>
                        <a:pt x="31635" y="173018"/>
                        <a:pt x="30450" y="171889"/>
                        <a:pt x="29293" y="170732"/>
                      </a:cubicBezTo>
                      <a:cubicBezTo>
                        <a:pt x="28136" y="169575"/>
                        <a:pt x="27007" y="168390"/>
                        <a:pt x="25908" y="167177"/>
                      </a:cubicBezTo>
                      <a:cubicBezTo>
                        <a:pt x="24809" y="165964"/>
                        <a:pt x="23740" y="164725"/>
                        <a:pt x="22702" y="163459"/>
                      </a:cubicBezTo>
                      <a:cubicBezTo>
                        <a:pt x="21663" y="162195"/>
                        <a:pt x="20657" y="160905"/>
                        <a:pt x="19682" y="159589"/>
                      </a:cubicBezTo>
                      <a:cubicBezTo>
                        <a:pt x="18707" y="158275"/>
                        <a:pt x="17764" y="156937"/>
                        <a:pt x="16855" y="155577"/>
                      </a:cubicBezTo>
                      <a:cubicBezTo>
                        <a:pt x="15946" y="154216"/>
                        <a:pt x="15070" y="152833"/>
                        <a:pt x="14229" y="151429"/>
                      </a:cubicBezTo>
                      <a:cubicBezTo>
                        <a:pt x="13387" y="150025"/>
                        <a:pt x="12581" y="148602"/>
                        <a:pt x="11809" y="147158"/>
                      </a:cubicBezTo>
                      <a:cubicBezTo>
                        <a:pt x="11038" y="145715"/>
                        <a:pt x="10302" y="144253"/>
                        <a:pt x="9602" y="142773"/>
                      </a:cubicBezTo>
                      <a:cubicBezTo>
                        <a:pt x="8902" y="141294"/>
                        <a:pt x="8239" y="139798"/>
                        <a:pt x="7613" y="138286"/>
                      </a:cubicBezTo>
                      <a:cubicBezTo>
                        <a:pt x="6987" y="136773"/>
                        <a:pt x="6398" y="135247"/>
                        <a:pt x="5846" y="133706"/>
                      </a:cubicBezTo>
                      <a:cubicBezTo>
                        <a:pt x="5295" y="132165"/>
                        <a:pt x="4782" y="130611"/>
                        <a:pt x="4307" y="129045"/>
                      </a:cubicBezTo>
                      <a:cubicBezTo>
                        <a:pt x="3831" y="127478"/>
                        <a:pt x="3395" y="125901"/>
                        <a:pt x="2997" y="124314"/>
                      </a:cubicBezTo>
                      <a:cubicBezTo>
                        <a:pt x="2600" y="122726"/>
                        <a:pt x="2241" y="121129"/>
                        <a:pt x="1922" y="119524"/>
                      </a:cubicBezTo>
                      <a:cubicBezTo>
                        <a:pt x="1602" y="117919"/>
                        <a:pt x="1323" y="116306"/>
                        <a:pt x="1083" y="114687"/>
                      </a:cubicBezTo>
                      <a:cubicBezTo>
                        <a:pt x="842" y="113068"/>
                        <a:pt x="642" y="111444"/>
                        <a:pt x="482" y="109815"/>
                      </a:cubicBezTo>
                      <a:cubicBezTo>
                        <a:pt x="321" y="108187"/>
                        <a:pt x="201" y="106555"/>
                        <a:pt x="120" y="104920"/>
                      </a:cubicBezTo>
                      <a:cubicBezTo>
                        <a:pt x="40" y="103285"/>
                        <a:pt x="0" y="101649"/>
                        <a:pt x="0" y="100013"/>
                      </a:cubicBezTo>
                      <a:cubicBezTo>
                        <a:pt x="0" y="98376"/>
                        <a:pt x="40" y="96740"/>
                        <a:pt x="120" y="95105"/>
                      </a:cubicBezTo>
                      <a:cubicBezTo>
                        <a:pt x="201" y="93470"/>
                        <a:pt x="321" y="91838"/>
                        <a:pt x="482" y="90210"/>
                      </a:cubicBezTo>
                      <a:cubicBezTo>
                        <a:pt x="642" y="88581"/>
                        <a:pt x="842" y="86957"/>
                        <a:pt x="1083" y="85338"/>
                      </a:cubicBezTo>
                      <a:cubicBezTo>
                        <a:pt x="1323" y="83719"/>
                        <a:pt x="1602" y="82106"/>
                        <a:pt x="1922" y="80501"/>
                      </a:cubicBezTo>
                      <a:cubicBezTo>
                        <a:pt x="2241" y="78896"/>
                        <a:pt x="2600" y="77299"/>
                        <a:pt x="2997" y="75711"/>
                      </a:cubicBezTo>
                      <a:cubicBezTo>
                        <a:pt x="3395" y="74124"/>
                        <a:pt x="3831" y="72547"/>
                        <a:pt x="4307" y="70980"/>
                      </a:cubicBezTo>
                      <a:cubicBezTo>
                        <a:pt x="4782" y="69414"/>
                        <a:pt x="5295" y="67860"/>
                        <a:pt x="5846" y="66319"/>
                      </a:cubicBezTo>
                      <a:cubicBezTo>
                        <a:pt x="6398" y="64778"/>
                        <a:pt x="6987" y="63252"/>
                        <a:pt x="7613" y="61739"/>
                      </a:cubicBezTo>
                      <a:cubicBezTo>
                        <a:pt x="8239" y="60227"/>
                        <a:pt x="8902" y="58731"/>
                        <a:pt x="9602" y="57252"/>
                      </a:cubicBezTo>
                      <a:cubicBezTo>
                        <a:pt x="10302" y="55772"/>
                        <a:pt x="11038" y="54310"/>
                        <a:pt x="11809" y="52867"/>
                      </a:cubicBezTo>
                      <a:cubicBezTo>
                        <a:pt x="12581" y="51423"/>
                        <a:pt x="13387" y="50000"/>
                        <a:pt x="14229" y="48596"/>
                      </a:cubicBezTo>
                      <a:cubicBezTo>
                        <a:pt x="15070" y="47192"/>
                        <a:pt x="15946" y="45809"/>
                        <a:pt x="16855" y="44449"/>
                      </a:cubicBezTo>
                      <a:cubicBezTo>
                        <a:pt x="17764" y="43088"/>
                        <a:pt x="18707" y="41750"/>
                        <a:pt x="19682" y="40435"/>
                      </a:cubicBezTo>
                      <a:cubicBezTo>
                        <a:pt x="20657" y="39120"/>
                        <a:pt x="21663" y="37830"/>
                        <a:pt x="22702" y="36565"/>
                      </a:cubicBezTo>
                      <a:cubicBezTo>
                        <a:pt x="23740" y="35300"/>
                        <a:pt x="24809" y="34061"/>
                        <a:pt x="25908" y="32848"/>
                      </a:cubicBezTo>
                      <a:cubicBezTo>
                        <a:pt x="27007" y="31635"/>
                        <a:pt x="28136" y="30450"/>
                        <a:pt x="29293" y="29293"/>
                      </a:cubicBezTo>
                      <a:cubicBezTo>
                        <a:pt x="30450" y="28136"/>
                        <a:pt x="31635" y="27007"/>
                        <a:pt x="32848" y="25908"/>
                      </a:cubicBezTo>
                      <a:cubicBezTo>
                        <a:pt x="34061" y="24809"/>
                        <a:pt x="35300" y="23740"/>
                        <a:pt x="36565" y="22702"/>
                      </a:cubicBezTo>
                      <a:cubicBezTo>
                        <a:pt x="37830" y="21663"/>
                        <a:pt x="39120" y="20657"/>
                        <a:pt x="40435" y="19682"/>
                      </a:cubicBezTo>
                      <a:cubicBezTo>
                        <a:pt x="41750" y="18707"/>
                        <a:pt x="43088" y="17764"/>
                        <a:pt x="44449" y="16855"/>
                      </a:cubicBezTo>
                      <a:cubicBezTo>
                        <a:pt x="45809" y="15946"/>
                        <a:pt x="47192" y="15070"/>
                        <a:pt x="48596" y="14229"/>
                      </a:cubicBezTo>
                      <a:cubicBezTo>
                        <a:pt x="50000" y="13387"/>
                        <a:pt x="51423" y="12581"/>
                        <a:pt x="52867" y="11809"/>
                      </a:cubicBezTo>
                      <a:cubicBezTo>
                        <a:pt x="54310" y="11038"/>
                        <a:pt x="55772" y="10302"/>
                        <a:pt x="57252" y="9602"/>
                      </a:cubicBezTo>
                      <a:cubicBezTo>
                        <a:pt x="58731" y="8902"/>
                        <a:pt x="60227" y="8239"/>
                        <a:pt x="61739" y="7613"/>
                      </a:cubicBezTo>
                      <a:cubicBezTo>
                        <a:pt x="63252" y="6987"/>
                        <a:pt x="64778" y="6398"/>
                        <a:pt x="66319" y="5846"/>
                      </a:cubicBezTo>
                      <a:cubicBezTo>
                        <a:pt x="67860" y="5295"/>
                        <a:pt x="69414" y="4782"/>
                        <a:pt x="70980" y="4307"/>
                      </a:cubicBezTo>
                      <a:cubicBezTo>
                        <a:pt x="72547" y="3831"/>
                        <a:pt x="74124" y="3395"/>
                        <a:pt x="75711" y="2997"/>
                      </a:cubicBezTo>
                      <a:cubicBezTo>
                        <a:pt x="77299" y="2600"/>
                        <a:pt x="78896" y="2241"/>
                        <a:pt x="80501" y="1922"/>
                      </a:cubicBezTo>
                      <a:cubicBezTo>
                        <a:pt x="82106" y="1602"/>
                        <a:pt x="83719" y="1323"/>
                        <a:pt x="85338" y="1083"/>
                      </a:cubicBezTo>
                      <a:cubicBezTo>
                        <a:pt x="86957" y="842"/>
                        <a:pt x="88581" y="642"/>
                        <a:pt x="90210" y="482"/>
                      </a:cubicBezTo>
                      <a:cubicBezTo>
                        <a:pt x="91838" y="321"/>
                        <a:pt x="93470" y="201"/>
                        <a:pt x="95105" y="120"/>
                      </a:cubicBezTo>
                      <a:cubicBezTo>
                        <a:pt x="96740" y="40"/>
                        <a:pt x="98376" y="0"/>
                        <a:pt x="100013" y="0"/>
                      </a:cubicBezTo>
                      <a:cubicBezTo>
                        <a:pt x="101649" y="0"/>
                        <a:pt x="103285" y="40"/>
                        <a:pt x="104920" y="120"/>
                      </a:cubicBezTo>
                      <a:cubicBezTo>
                        <a:pt x="106555" y="201"/>
                        <a:pt x="108187" y="321"/>
                        <a:pt x="109815" y="482"/>
                      </a:cubicBezTo>
                      <a:cubicBezTo>
                        <a:pt x="111444" y="642"/>
                        <a:pt x="113068" y="842"/>
                        <a:pt x="114687" y="1083"/>
                      </a:cubicBezTo>
                      <a:cubicBezTo>
                        <a:pt x="116306" y="1323"/>
                        <a:pt x="117919" y="1602"/>
                        <a:pt x="119524" y="1922"/>
                      </a:cubicBezTo>
                      <a:cubicBezTo>
                        <a:pt x="121129" y="2241"/>
                        <a:pt x="122726" y="2600"/>
                        <a:pt x="124314" y="2997"/>
                      </a:cubicBezTo>
                      <a:cubicBezTo>
                        <a:pt x="125901" y="3395"/>
                        <a:pt x="127478" y="3831"/>
                        <a:pt x="129045" y="4307"/>
                      </a:cubicBezTo>
                      <a:cubicBezTo>
                        <a:pt x="130611" y="4782"/>
                        <a:pt x="132165" y="5295"/>
                        <a:pt x="133706" y="5846"/>
                      </a:cubicBezTo>
                      <a:cubicBezTo>
                        <a:pt x="135247" y="6398"/>
                        <a:pt x="136773" y="6987"/>
                        <a:pt x="138286" y="7613"/>
                      </a:cubicBezTo>
                      <a:cubicBezTo>
                        <a:pt x="139798" y="8239"/>
                        <a:pt x="141294" y="8902"/>
                        <a:pt x="142773" y="9602"/>
                      </a:cubicBezTo>
                      <a:cubicBezTo>
                        <a:pt x="144253" y="10302"/>
                        <a:pt x="145715" y="11038"/>
                        <a:pt x="147158" y="11809"/>
                      </a:cubicBezTo>
                      <a:cubicBezTo>
                        <a:pt x="148602" y="12581"/>
                        <a:pt x="150025" y="13387"/>
                        <a:pt x="151429" y="14229"/>
                      </a:cubicBezTo>
                      <a:cubicBezTo>
                        <a:pt x="152833" y="15070"/>
                        <a:pt x="154216" y="15946"/>
                        <a:pt x="155577" y="16855"/>
                      </a:cubicBezTo>
                      <a:cubicBezTo>
                        <a:pt x="156937" y="17764"/>
                        <a:pt x="158275" y="18707"/>
                        <a:pt x="159589" y="19682"/>
                      </a:cubicBezTo>
                      <a:cubicBezTo>
                        <a:pt x="160905" y="20657"/>
                        <a:pt x="162195" y="21663"/>
                        <a:pt x="163459" y="22702"/>
                      </a:cubicBezTo>
                      <a:cubicBezTo>
                        <a:pt x="164725" y="23740"/>
                        <a:pt x="165964" y="24809"/>
                        <a:pt x="167177" y="25908"/>
                      </a:cubicBezTo>
                      <a:cubicBezTo>
                        <a:pt x="168390" y="27007"/>
                        <a:pt x="169575" y="28136"/>
                        <a:pt x="170732" y="29293"/>
                      </a:cubicBezTo>
                      <a:cubicBezTo>
                        <a:pt x="171889" y="30450"/>
                        <a:pt x="173018" y="31635"/>
                        <a:pt x="174117" y="32848"/>
                      </a:cubicBezTo>
                      <a:cubicBezTo>
                        <a:pt x="175216" y="34061"/>
                        <a:pt x="176285" y="35300"/>
                        <a:pt x="177323" y="36565"/>
                      </a:cubicBezTo>
                      <a:cubicBezTo>
                        <a:pt x="178361" y="37830"/>
                        <a:pt x="179368" y="39120"/>
                        <a:pt x="180344" y="40435"/>
                      </a:cubicBezTo>
                      <a:cubicBezTo>
                        <a:pt x="181318" y="41750"/>
                        <a:pt x="182260" y="43088"/>
                        <a:pt x="183170" y="44449"/>
                      </a:cubicBezTo>
                      <a:cubicBezTo>
                        <a:pt x="184079" y="45809"/>
                        <a:pt x="184954" y="47192"/>
                        <a:pt x="185796" y="48596"/>
                      </a:cubicBezTo>
                      <a:cubicBezTo>
                        <a:pt x="186638" y="50000"/>
                        <a:pt x="187444" y="51423"/>
                        <a:pt x="188216" y="52867"/>
                      </a:cubicBezTo>
                      <a:cubicBezTo>
                        <a:pt x="188987" y="54310"/>
                        <a:pt x="189723" y="55772"/>
                        <a:pt x="190423" y="57252"/>
                      </a:cubicBezTo>
                      <a:cubicBezTo>
                        <a:pt x="191123" y="58731"/>
                        <a:pt x="191786" y="60227"/>
                        <a:pt x="192412" y="61739"/>
                      </a:cubicBezTo>
                      <a:cubicBezTo>
                        <a:pt x="193038" y="63252"/>
                        <a:pt x="193627" y="64778"/>
                        <a:pt x="194179" y="66319"/>
                      </a:cubicBezTo>
                      <a:cubicBezTo>
                        <a:pt x="194730" y="67860"/>
                        <a:pt x="195243" y="69414"/>
                        <a:pt x="195719" y="70980"/>
                      </a:cubicBezTo>
                      <a:cubicBezTo>
                        <a:pt x="196194" y="72547"/>
                        <a:pt x="196630" y="74124"/>
                        <a:pt x="197027" y="75711"/>
                      </a:cubicBezTo>
                      <a:cubicBezTo>
                        <a:pt x="197426" y="77299"/>
                        <a:pt x="197784" y="78896"/>
                        <a:pt x="198103" y="80501"/>
                      </a:cubicBezTo>
                      <a:cubicBezTo>
                        <a:pt x="198422" y="82106"/>
                        <a:pt x="198702" y="83719"/>
                        <a:pt x="198943" y="85338"/>
                      </a:cubicBezTo>
                      <a:cubicBezTo>
                        <a:pt x="199183" y="86957"/>
                        <a:pt x="199383" y="88581"/>
                        <a:pt x="199543" y="90210"/>
                      </a:cubicBezTo>
                      <a:cubicBezTo>
                        <a:pt x="199704" y="91838"/>
                        <a:pt x="199824" y="93470"/>
                        <a:pt x="199905" y="95105"/>
                      </a:cubicBezTo>
                      <a:cubicBezTo>
                        <a:pt x="199985" y="96740"/>
                        <a:pt x="200025" y="98376"/>
                        <a:pt x="200025" y="100013"/>
                      </a:cubicBezTo>
                      <a:close/>
                      <a:moveTo>
                        <a:pt x="142875" y="100013"/>
                      </a:moveTo>
                      <a:cubicBezTo>
                        <a:pt x="142875" y="99311"/>
                        <a:pt x="142858" y="98610"/>
                        <a:pt x="142823" y="97909"/>
                      </a:cubicBezTo>
                      <a:cubicBezTo>
                        <a:pt x="142789" y="97209"/>
                        <a:pt x="142737" y="96509"/>
                        <a:pt x="142669" y="95811"/>
                      </a:cubicBezTo>
                      <a:cubicBezTo>
                        <a:pt x="142600" y="95113"/>
                        <a:pt x="142514" y="94417"/>
                        <a:pt x="142411" y="93723"/>
                      </a:cubicBezTo>
                      <a:cubicBezTo>
                        <a:pt x="142308" y="93029"/>
                        <a:pt x="142188" y="92338"/>
                        <a:pt x="142051" y="91650"/>
                      </a:cubicBezTo>
                      <a:cubicBezTo>
                        <a:pt x="141915" y="90962"/>
                        <a:pt x="141761" y="90278"/>
                        <a:pt x="141590" y="89598"/>
                      </a:cubicBezTo>
                      <a:cubicBezTo>
                        <a:pt x="141420" y="88917"/>
                        <a:pt x="141233" y="88241"/>
                        <a:pt x="141029" y="87570"/>
                      </a:cubicBezTo>
                      <a:cubicBezTo>
                        <a:pt x="140826" y="86899"/>
                        <a:pt x="140606" y="86233"/>
                        <a:pt x="140369" y="85573"/>
                      </a:cubicBezTo>
                      <a:cubicBezTo>
                        <a:pt x="140133" y="84912"/>
                        <a:pt x="139881" y="84258"/>
                        <a:pt x="139612" y="83610"/>
                      </a:cubicBezTo>
                      <a:cubicBezTo>
                        <a:pt x="139344" y="82962"/>
                        <a:pt x="139060" y="82321"/>
                        <a:pt x="138760" y="81686"/>
                      </a:cubicBezTo>
                      <a:cubicBezTo>
                        <a:pt x="138460" y="81052"/>
                        <a:pt x="138145" y="80426"/>
                        <a:pt x="137814" y="79807"/>
                      </a:cubicBezTo>
                      <a:cubicBezTo>
                        <a:pt x="137483" y="79189"/>
                        <a:pt x="137138" y="78578"/>
                        <a:pt x="136777" y="77977"/>
                      </a:cubicBezTo>
                      <a:cubicBezTo>
                        <a:pt x="136416" y="77375"/>
                        <a:pt x="136041" y="76783"/>
                        <a:pt x="135651" y="76199"/>
                      </a:cubicBezTo>
                      <a:cubicBezTo>
                        <a:pt x="135262" y="75616"/>
                        <a:pt x="134858" y="75043"/>
                        <a:pt x="134440" y="74479"/>
                      </a:cubicBezTo>
                      <a:cubicBezTo>
                        <a:pt x="134022" y="73916"/>
                        <a:pt x="133591" y="73363"/>
                        <a:pt x="133146" y="72821"/>
                      </a:cubicBezTo>
                      <a:cubicBezTo>
                        <a:pt x="132701" y="72279"/>
                        <a:pt x="132243" y="71748"/>
                        <a:pt x="131772" y="71228"/>
                      </a:cubicBezTo>
                      <a:cubicBezTo>
                        <a:pt x="131300" y="70708"/>
                        <a:pt x="130817" y="70200"/>
                        <a:pt x="130321" y="69704"/>
                      </a:cubicBezTo>
                      <a:cubicBezTo>
                        <a:pt x="129825" y="69208"/>
                        <a:pt x="129317" y="68725"/>
                        <a:pt x="128797" y="68253"/>
                      </a:cubicBezTo>
                      <a:cubicBezTo>
                        <a:pt x="128277" y="67782"/>
                        <a:pt x="127746" y="67324"/>
                        <a:pt x="127204" y="66879"/>
                      </a:cubicBezTo>
                      <a:cubicBezTo>
                        <a:pt x="126662" y="66434"/>
                        <a:pt x="126109" y="66003"/>
                        <a:pt x="125546" y="65585"/>
                      </a:cubicBezTo>
                      <a:cubicBezTo>
                        <a:pt x="124982" y="65167"/>
                        <a:pt x="124409" y="64763"/>
                        <a:pt x="123826" y="64374"/>
                      </a:cubicBezTo>
                      <a:cubicBezTo>
                        <a:pt x="123242" y="63984"/>
                        <a:pt x="122650" y="63609"/>
                        <a:pt x="122048" y="63248"/>
                      </a:cubicBezTo>
                      <a:cubicBezTo>
                        <a:pt x="121447" y="62887"/>
                        <a:pt x="120836" y="62542"/>
                        <a:pt x="120218" y="62211"/>
                      </a:cubicBezTo>
                      <a:cubicBezTo>
                        <a:pt x="119599" y="61880"/>
                        <a:pt x="118973" y="61565"/>
                        <a:pt x="118339" y="61265"/>
                      </a:cubicBezTo>
                      <a:cubicBezTo>
                        <a:pt x="117704" y="60965"/>
                        <a:pt x="117063" y="60681"/>
                        <a:pt x="116415" y="60413"/>
                      </a:cubicBezTo>
                      <a:cubicBezTo>
                        <a:pt x="115767" y="60144"/>
                        <a:pt x="115113" y="59892"/>
                        <a:pt x="114452" y="59656"/>
                      </a:cubicBezTo>
                      <a:cubicBezTo>
                        <a:pt x="113792" y="59419"/>
                        <a:pt x="113126" y="59199"/>
                        <a:pt x="112455" y="58996"/>
                      </a:cubicBezTo>
                      <a:cubicBezTo>
                        <a:pt x="111784" y="58792"/>
                        <a:pt x="111108" y="58605"/>
                        <a:pt x="110427" y="58435"/>
                      </a:cubicBezTo>
                      <a:cubicBezTo>
                        <a:pt x="109747" y="58264"/>
                        <a:pt x="109063" y="58110"/>
                        <a:pt x="108375" y="57974"/>
                      </a:cubicBezTo>
                      <a:cubicBezTo>
                        <a:pt x="107687" y="57837"/>
                        <a:pt x="106996" y="57717"/>
                        <a:pt x="106302" y="57614"/>
                      </a:cubicBezTo>
                      <a:cubicBezTo>
                        <a:pt x="105608" y="57511"/>
                        <a:pt x="104912" y="57425"/>
                        <a:pt x="104214" y="57356"/>
                      </a:cubicBezTo>
                      <a:cubicBezTo>
                        <a:pt x="103516" y="57288"/>
                        <a:pt x="102816" y="57236"/>
                        <a:pt x="102116" y="57202"/>
                      </a:cubicBezTo>
                      <a:cubicBezTo>
                        <a:pt x="101415" y="57167"/>
                        <a:pt x="100714" y="57150"/>
                        <a:pt x="100013" y="57150"/>
                      </a:cubicBezTo>
                      <a:cubicBezTo>
                        <a:pt x="99311" y="57150"/>
                        <a:pt x="98610" y="57167"/>
                        <a:pt x="97909" y="57202"/>
                      </a:cubicBezTo>
                      <a:cubicBezTo>
                        <a:pt x="97209" y="57236"/>
                        <a:pt x="96509" y="57288"/>
                        <a:pt x="95811" y="57356"/>
                      </a:cubicBezTo>
                      <a:cubicBezTo>
                        <a:pt x="95113" y="57425"/>
                        <a:pt x="94417" y="57511"/>
                        <a:pt x="93723" y="57614"/>
                      </a:cubicBezTo>
                      <a:cubicBezTo>
                        <a:pt x="93029" y="57717"/>
                        <a:pt x="92338" y="57837"/>
                        <a:pt x="91650" y="57974"/>
                      </a:cubicBezTo>
                      <a:cubicBezTo>
                        <a:pt x="90962" y="58110"/>
                        <a:pt x="90278" y="58264"/>
                        <a:pt x="89598" y="58435"/>
                      </a:cubicBezTo>
                      <a:cubicBezTo>
                        <a:pt x="88917" y="58605"/>
                        <a:pt x="88241" y="58792"/>
                        <a:pt x="87570" y="58996"/>
                      </a:cubicBezTo>
                      <a:cubicBezTo>
                        <a:pt x="86899" y="59199"/>
                        <a:pt x="86233" y="59419"/>
                        <a:pt x="85573" y="59656"/>
                      </a:cubicBezTo>
                      <a:cubicBezTo>
                        <a:pt x="84912" y="59892"/>
                        <a:pt x="84258" y="60144"/>
                        <a:pt x="83610" y="60413"/>
                      </a:cubicBezTo>
                      <a:cubicBezTo>
                        <a:pt x="82962" y="60681"/>
                        <a:pt x="82321" y="60965"/>
                        <a:pt x="81686" y="61265"/>
                      </a:cubicBezTo>
                      <a:cubicBezTo>
                        <a:pt x="81052" y="61565"/>
                        <a:pt x="80426" y="61880"/>
                        <a:pt x="79807" y="62211"/>
                      </a:cubicBezTo>
                      <a:cubicBezTo>
                        <a:pt x="79189" y="62542"/>
                        <a:pt x="78578" y="62887"/>
                        <a:pt x="77977" y="63248"/>
                      </a:cubicBezTo>
                      <a:cubicBezTo>
                        <a:pt x="77375" y="63609"/>
                        <a:pt x="76783" y="63984"/>
                        <a:pt x="76199" y="64374"/>
                      </a:cubicBezTo>
                      <a:cubicBezTo>
                        <a:pt x="75616" y="64763"/>
                        <a:pt x="75043" y="65167"/>
                        <a:pt x="74479" y="65585"/>
                      </a:cubicBezTo>
                      <a:cubicBezTo>
                        <a:pt x="73916" y="66003"/>
                        <a:pt x="73363" y="66434"/>
                        <a:pt x="72821" y="66879"/>
                      </a:cubicBezTo>
                      <a:cubicBezTo>
                        <a:pt x="72279" y="67324"/>
                        <a:pt x="71748" y="67782"/>
                        <a:pt x="71228" y="68253"/>
                      </a:cubicBezTo>
                      <a:cubicBezTo>
                        <a:pt x="70708" y="68725"/>
                        <a:pt x="70200" y="69208"/>
                        <a:pt x="69704" y="69704"/>
                      </a:cubicBezTo>
                      <a:cubicBezTo>
                        <a:pt x="69208" y="70200"/>
                        <a:pt x="68725" y="70708"/>
                        <a:pt x="68253" y="71228"/>
                      </a:cubicBezTo>
                      <a:cubicBezTo>
                        <a:pt x="67782" y="71748"/>
                        <a:pt x="67324" y="72279"/>
                        <a:pt x="66879" y="72821"/>
                      </a:cubicBezTo>
                      <a:cubicBezTo>
                        <a:pt x="66434" y="73363"/>
                        <a:pt x="66003" y="73916"/>
                        <a:pt x="65585" y="74479"/>
                      </a:cubicBezTo>
                      <a:cubicBezTo>
                        <a:pt x="65167" y="75043"/>
                        <a:pt x="64763" y="75616"/>
                        <a:pt x="64374" y="76199"/>
                      </a:cubicBezTo>
                      <a:cubicBezTo>
                        <a:pt x="63984" y="76783"/>
                        <a:pt x="63609" y="77375"/>
                        <a:pt x="63248" y="77977"/>
                      </a:cubicBezTo>
                      <a:cubicBezTo>
                        <a:pt x="62887" y="78578"/>
                        <a:pt x="62542" y="79189"/>
                        <a:pt x="62211" y="79807"/>
                      </a:cubicBezTo>
                      <a:cubicBezTo>
                        <a:pt x="61880" y="80426"/>
                        <a:pt x="61565" y="81052"/>
                        <a:pt x="61265" y="81686"/>
                      </a:cubicBezTo>
                      <a:cubicBezTo>
                        <a:pt x="60965" y="82321"/>
                        <a:pt x="60681" y="82962"/>
                        <a:pt x="60413" y="83610"/>
                      </a:cubicBezTo>
                      <a:cubicBezTo>
                        <a:pt x="60144" y="84258"/>
                        <a:pt x="59892" y="84912"/>
                        <a:pt x="59656" y="85573"/>
                      </a:cubicBezTo>
                      <a:cubicBezTo>
                        <a:pt x="59419" y="86233"/>
                        <a:pt x="59199" y="86899"/>
                        <a:pt x="58996" y="87570"/>
                      </a:cubicBezTo>
                      <a:cubicBezTo>
                        <a:pt x="58792" y="88241"/>
                        <a:pt x="58605" y="88917"/>
                        <a:pt x="58435" y="89598"/>
                      </a:cubicBezTo>
                      <a:cubicBezTo>
                        <a:pt x="58264" y="90278"/>
                        <a:pt x="58110" y="90962"/>
                        <a:pt x="57974" y="91650"/>
                      </a:cubicBezTo>
                      <a:cubicBezTo>
                        <a:pt x="57837" y="92338"/>
                        <a:pt x="57717" y="93029"/>
                        <a:pt x="57614" y="93723"/>
                      </a:cubicBezTo>
                      <a:cubicBezTo>
                        <a:pt x="57511" y="94417"/>
                        <a:pt x="57425" y="95113"/>
                        <a:pt x="57356" y="95811"/>
                      </a:cubicBezTo>
                      <a:cubicBezTo>
                        <a:pt x="57288" y="96509"/>
                        <a:pt x="57236" y="97209"/>
                        <a:pt x="57202" y="97909"/>
                      </a:cubicBezTo>
                      <a:cubicBezTo>
                        <a:pt x="57167" y="98610"/>
                        <a:pt x="57150" y="99311"/>
                        <a:pt x="57150" y="100013"/>
                      </a:cubicBezTo>
                      <a:cubicBezTo>
                        <a:pt x="57150" y="100714"/>
                        <a:pt x="57167" y="101415"/>
                        <a:pt x="57202" y="102116"/>
                      </a:cubicBezTo>
                      <a:cubicBezTo>
                        <a:pt x="57236" y="102816"/>
                        <a:pt x="57288" y="103516"/>
                        <a:pt x="57356" y="104214"/>
                      </a:cubicBezTo>
                      <a:cubicBezTo>
                        <a:pt x="57425" y="104912"/>
                        <a:pt x="57511" y="105608"/>
                        <a:pt x="57614" y="106302"/>
                      </a:cubicBezTo>
                      <a:cubicBezTo>
                        <a:pt x="57717" y="106996"/>
                        <a:pt x="57837" y="107687"/>
                        <a:pt x="57974" y="108375"/>
                      </a:cubicBezTo>
                      <a:cubicBezTo>
                        <a:pt x="58110" y="109063"/>
                        <a:pt x="58264" y="109747"/>
                        <a:pt x="58435" y="110427"/>
                      </a:cubicBezTo>
                      <a:cubicBezTo>
                        <a:pt x="58605" y="111108"/>
                        <a:pt x="58792" y="111784"/>
                        <a:pt x="58996" y="112455"/>
                      </a:cubicBezTo>
                      <a:cubicBezTo>
                        <a:pt x="59199" y="113126"/>
                        <a:pt x="59419" y="113792"/>
                        <a:pt x="59656" y="114452"/>
                      </a:cubicBezTo>
                      <a:cubicBezTo>
                        <a:pt x="59892" y="115113"/>
                        <a:pt x="60144" y="115767"/>
                        <a:pt x="60413" y="116415"/>
                      </a:cubicBezTo>
                      <a:cubicBezTo>
                        <a:pt x="60681" y="117063"/>
                        <a:pt x="60965" y="117704"/>
                        <a:pt x="61265" y="118339"/>
                      </a:cubicBezTo>
                      <a:cubicBezTo>
                        <a:pt x="61565" y="118973"/>
                        <a:pt x="61880" y="119599"/>
                        <a:pt x="62211" y="120218"/>
                      </a:cubicBezTo>
                      <a:cubicBezTo>
                        <a:pt x="62542" y="120836"/>
                        <a:pt x="62887" y="121447"/>
                        <a:pt x="63248" y="122048"/>
                      </a:cubicBezTo>
                      <a:cubicBezTo>
                        <a:pt x="63609" y="122650"/>
                        <a:pt x="63984" y="123242"/>
                        <a:pt x="64374" y="123826"/>
                      </a:cubicBezTo>
                      <a:cubicBezTo>
                        <a:pt x="64763" y="124409"/>
                        <a:pt x="65167" y="124982"/>
                        <a:pt x="65585" y="125546"/>
                      </a:cubicBezTo>
                      <a:cubicBezTo>
                        <a:pt x="66003" y="126109"/>
                        <a:pt x="66434" y="126662"/>
                        <a:pt x="66879" y="127204"/>
                      </a:cubicBezTo>
                      <a:cubicBezTo>
                        <a:pt x="67324" y="127746"/>
                        <a:pt x="67782" y="128277"/>
                        <a:pt x="68253" y="128797"/>
                      </a:cubicBezTo>
                      <a:cubicBezTo>
                        <a:pt x="68725" y="129317"/>
                        <a:pt x="69208" y="129825"/>
                        <a:pt x="69704" y="130321"/>
                      </a:cubicBezTo>
                      <a:cubicBezTo>
                        <a:pt x="70200" y="130817"/>
                        <a:pt x="70708" y="131300"/>
                        <a:pt x="71228" y="131772"/>
                      </a:cubicBezTo>
                      <a:cubicBezTo>
                        <a:pt x="71748" y="132243"/>
                        <a:pt x="72279" y="132701"/>
                        <a:pt x="72821" y="133146"/>
                      </a:cubicBezTo>
                      <a:cubicBezTo>
                        <a:pt x="73363" y="133591"/>
                        <a:pt x="73916" y="134022"/>
                        <a:pt x="74479" y="134440"/>
                      </a:cubicBezTo>
                      <a:cubicBezTo>
                        <a:pt x="75043" y="134858"/>
                        <a:pt x="75616" y="135262"/>
                        <a:pt x="76199" y="135651"/>
                      </a:cubicBezTo>
                      <a:cubicBezTo>
                        <a:pt x="76783" y="136041"/>
                        <a:pt x="77375" y="136416"/>
                        <a:pt x="77977" y="136777"/>
                      </a:cubicBezTo>
                      <a:cubicBezTo>
                        <a:pt x="78578" y="137138"/>
                        <a:pt x="79189" y="137483"/>
                        <a:pt x="79807" y="137814"/>
                      </a:cubicBezTo>
                      <a:cubicBezTo>
                        <a:pt x="80426" y="138145"/>
                        <a:pt x="81052" y="138460"/>
                        <a:pt x="81686" y="138760"/>
                      </a:cubicBezTo>
                      <a:cubicBezTo>
                        <a:pt x="82321" y="139060"/>
                        <a:pt x="82962" y="139344"/>
                        <a:pt x="83610" y="139612"/>
                      </a:cubicBezTo>
                      <a:cubicBezTo>
                        <a:pt x="84258" y="139881"/>
                        <a:pt x="84912" y="140133"/>
                        <a:pt x="85573" y="140369"/>
                      </a:cubicBezTo>
                      <a:cubicBezTo>
                        <a:pt x="86233" y="140606"/>
                        <a:pt x="86899" y="140826"/>
                        <a:pt x="87570" y="141029"/>
                      </a:cubicBezTo>
                      <a:cubicBezTo>
                        <a:pt x="88241" y="141233"/>
                        <a:pt x="88917" y="141420"/>
                        <a:pt x="89598" y="141590"/>
                      </a:cubicBezTo>
                      <a:cubicBezTo>
                        <a:pt x="90278" y="141761"/>
                        <a:pt x="90962" y="141915"/>
                        <a:pt x="91650" y="142051"/>
                      </a:cubicBezTo>
                      <a:cubicBezTo>
                        <a:pt x="92338" y="142188"/>
                        <a:pt x="93029" y="142308"/>
                        <a:pt x="93723" y="142411"/>
                      </a:cubicBezTo>
                      <a:cubicBezTo>
                        <a:pt x="94417" y="142514"/>
                        <a:pt x="95113" y="142600"/>
                        <a:pt x="95811" y="142669"/>
                      </a:cubicBezTo>
                      <a:cubicBezTo>
                        <a:pt x="96509" y="142737"/>
                        <a:pt x="97209" y="142789"/>
                        <a:pt x="97909" y="142823"/>
                      </a:cubicBezTo>
                      <a:cubicBezTo>
                        <a:pt x="98610" y="142858"/>
                        <a:pt x="99311" y="142875"/>
                        <a:pt x="100013" y="142875"/>
                      </a:cubicBezTo>
                      <a:cubicBezTo>
                        <a:pt x="100714" y="142875"/>
                        <a:pt x="101415" y="142858"/>
                        <a:pt x="102116" y="142823"/>
                      </a:cubicBezTo>
                      <a:cubicBezTo>
                        <a:pt x="102816" y="142789"/>
                        <a:pt x="103516" y="142737"/>
                        <a:pt x="104214" y="142669"/>
                      </a:cubicBezTo>
                      <a:cubicBezTo>
                        <a:pt x="104912" y="142600"/>
                        <a:pt x="105608" y="142514"/>
                        <a:pt x="106302" y="142411"/>
                      </a:cubicBezTo>
                      <a:cubicBezTo>
                        <a:pt x="106996" y="142308"/>
                        <a:pt x="107687" y="142188"/>
                        <a:pt x="108375" y="142051"/>
                      </a:cubicBezTo>
                      <a:cubicBezTo>
                        <a:pt x="109063" y="141915"/>
                        <a:pt x="109747" y="141761"/>
                        <a:pt x="110427" y="141590"/>
                      </a:cubicBezTo>
                      <a:cubicBezTo>
                        <a:pt x="111108" y="141420"/>
                        <a:pt x="111784" y="141233"/>
                        <a:pt x="112455" y="141029"/>
                      </a:cubicBezTo>
                      <a:cubicBezTo>
                        <a:pt x="113126" y="140826"/>
                        <a:pt x="113792" y="140606"/>
                        <a:pt x="114452" y="140369"/>
                      </a:cubicBezTo>
                      <a:cubicBezTo>
                        <a:pt x="115113" y="140133"/>
                        <a:pt x="115767" y="139881"/>
                        <a:pt x="116415" y="139612"/>
                      </a:cubicBezTo>
                      <a:cubicBezTo>
                        <a:pt x="117063" y="139344"/>
                        <a:pt x="117704" y="139060"/>
                        <a:pt x="118339" y="138760"/>
                      </a:cubicBezTo>
                      <a:cubicBezTo>
                        <a:pt x="118973" y="138460"/>
                        <a:pt x="119599" y="138145"/>
                        <a:pt x="120218" y="137814"/>
                      </a:cubicBezTo>
                      <a:cubicBezTo>
                        <a:pt x="120836" y="137483"/>
                        <a:pt x="121447" y="137138"/>
                        <a:pt x="122048" y="136777"/>
                      </a:cubicBezTo>
                      <a:cubicBezTo>
                        <a:pt x="122650" y="136416"/>
                        <a:pt x="123242" y="136041"/>
                        <a:pt x="123826" y="135651"/>
                      </a:cubicBezTo>
                      <a:cubicBezTo>
                        <a:pt x="124409" y="135262"/>
                        <a:pt x="124982" y="134858"/>
                        <a:pt x="125546" y="134440"/>
                      </a:cubicBezTo>
                      <a:cubicBezTo>
                        <a:pt x="126109" y="134022"/>
                        <a:pt x="126662" y="133591"/>
                        <a:pt x="127204" y="133146"/>
                      </a:cubicBezTo>
                      <a:cubicBezTo>
                        <a:pt x="127746" y="132701"/>
                        <a:pt x="128277" y="132243"/>
                        <a:pt x="128797" y="131772"/>
                      </a:cubicBezTo>
                      <a:cubicBezTo>
                        <a:pt x="129317" y="131300"/>
                        <a:pt x="129825" y="130817"/>
                        <a:pt x="130321" y="130321"/>
                      </a:cubicBezTo>
                      <a:cubicBezTo>
                        <a:pt x="130817" y="129825"/>
                        <a:pt x="131300" y="129317"/>
                        <a:pt x="131772" y="128797"/>
                      </a:cubicBezTo>
                      <a:cubicBezTo>
                        <a:pt x="132243" y="128277"/>
                        <a:pt x="132701" y="127746"/>
                        <a:pt x="133146" y="127204"/>
                      </a:cubicBezTo>
                      <a:cubicBezTo>
                        <a:pt x="133591" y="126662"/>
                        <a:pt x="134022" y="126109"/>
                        <a:pt x="134440" y="125546"/>
                      </a:cubicBezTo>
                      <a:cubicBezTo>
                        <a:pt x="134858" y="124982"/>
                        <a:pt x="135262" y="124409"/>
                        <a:pt x="135651" y="123826"/>
                      </a:cubicBezTo>
                      <a:cubicBezTo>
                        <a:pt x="136041" y="123242"/>
                        <a:pt x="136416" y="122650"/>
                        <a:pt x="136777" y="122048"/>
                      </a:cubicBezTo>
                      <a:cubicBezTo>
                        <a:pt x="137138" y="121447"/>
                        <a:pt x="137483" y="120836"/>
                        <a:pt x="137814" y="120218"/>
                      </a:cubicBezTo>
                      <a:cubicBezTo>
                        <a:pt x="138145" y="119599"/>
                        <a:pt x="138460" y="118973"/>
                        <a:pt x="138760" y="118339"/>
                      </a:cubicBezTo>
                      <a:cubicBezTo>
                        <a:pt x="139060" y="117704"/>
                        <a:pt x="139344" y="117063"/>
                        <a:pt x="139612" y="116415"/>
                      </a:cubicBezTo>
                      <a:cubicBezTo>
                        <a:pt x="139881" y="115767"/>
                        <a:pt x="140133" y="115113"/>
                        <a:pt x="140369" y="114452"/>
                      </a:cubicBezTo>
                      <a:cubicBezTo>
                        <a:pt x="140606" y="113792"/>
                        <a:pt x="140826" y="113126"/>
                        <a:pt x="141029" y="112455"/>
                      </a:cubicBezTo>
                      <a:cubicBezTo>
                        <a:pt x="141233" y="111784"/>
                        <a:pt x="141420" y="111108"/>
                        <a:pt x="141590" y="110427"/>
                      </a:cubicBezTo>
                      <a:cubicBezTo>
                        <a:pt x="141761" y="109747"/>
                        <a:pt x="141915" y="109063"/>
                        <a:pt x="142051" y="108375"/>
                      </a:cubicBezTo>
                      <a:cubicBezTo>
                        <a:pt x="142188" y="107687"/>
                        <a:pt x="142308" y="106996"/>
                        <a:pt x="142411" y="106302"/>
                      </a:cubicBezTo>
                      <a:cubicBezTo>
                        <a:pt x="142514" y="105608"/>
                        <a:pt x="142600" y="104912"/>
                        <a:pt x="142669" y="104214"/>
                      </a:cubicBezTo>
                      <a:cubicBezTo>
                        <a:pt x="142737" y="103516"/>
                        <a:pt x="142789" y="102816"/>
                        <a:pt x="142823" y="102116"/>
                      </a:cubicBezTo>
                      <a:cubicBezTo>
                        <a:pt x="142858" y="101415"/>
                        <a:pt x="142875" y="100714"/>
                        <a:pt x="142875" y="1000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3074986" y="4740273"/>
                <a:ext cx="200025" cy="200025"/>
                <a:chOff x="7424957" y="2650332"/>
                <a:chExt cx="200025" cy="200025"/>
              </a:xfrm>
            </p:grpSpPr>
            <p:sp>
              <p:nvSpPr>
                <p:cNvPr id="30" name="任意多边形: 形状 9"/>
                <p:cNvSpPr/>
                <p:nvPr/>
              </p:nvSpPr>
              <p:spPr>
                <a:xfrm>
                  <a:off x="7482107" y="2707482"/>
                  <a:ext cx="85725" cy="85725"/>
                </a:xfrm>
                <a:custGeom>
                  <a:avLst/>
                  <a:gdLst>
                    <a:gd name="connsiteX0" fmla="*/ 85725 w 85725"/>
                    <a:gd name="connsiteY0" fmla="*/ 42863 h 85725"/>
                    <a:gd name="connsiteX1" fmla="*/ 42863 w 85725"/>
                    <a:gd name="connsiteY1" fmla="*/ 85725 h 85725"/>
                    <a:gd name="connsiteX2" fmla="*/ 0 w 85725"/>
                    <a:gd name="connsiteY2" fmla="*/ 42863 h 85725"/>
                    <a:gd name="connsiteX3" fmla="*/ 42863 w 85725"/>
                    <a:gd name="connsiteY3" fmla="*/ 0 h 85725"/>
                    <a:gd name="connsiteX4" fmla="*/ 85725 w 85725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725" h="85725">
                      <a:moveTo>
                        <a:pt x="85725" y="42863"/>
                      </a:moveTo>
                      <a:cubicBezTo>
                        <a:pt x="85725" y="66535"/>
                        <a:pt x="66535" y="85725"/>
                        <a:pt x="42863" y="85725"/>
                      </a:cubicBezTo>
                      <a:cubicBezTo>
                        <a:pt x="19190" y="85725"/>
                        <a:pt x="0" y="66535"/>
                        <a:pt x="0" y="42863"/>
                      </a:cubicBezTo>
                      <a:cubicBezTo>
                        <a:pt x="0" y="19190"/>
                        <a:pt x="19190" y="0"/>
                        <a:pt x="42863" y="0"/>
                      </a:cubicBezTo>
                      <a:cubicBezTo>
                        <a:pt x="66535" y="0"/>
                        <a:pt x="85725" y="19190"/>
                        <a:pt x="85725" y="428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任意多边形: 形状 10"/>
                <p:cNvSpPr/>
                <p:nvPr/>
              </p:nvSpPr>
              <p:spPr>
                <a:xfrm>
                  <a:off x="7424957" y="2650332"/>
                  <a:ext cx="200025" cy="200025"/>
                </a:xfrm>
                <a:custGeom>
                  <a:avLst/>
                  <a:gdLst>
                    <a:gd name="connsiteX0" fmla="*/ 200025 w 200025"/>
                    <a:gd name="connsiteY0" fmla="*/ 100013 h 200025"/>
                    <a:gd name="connsiteX1" fmla="*/ 199905 w 200025"/>
                    <a:gd name="connsiteY1" fmla="*/ 104920 h 200025"/>
                    <a:gd name="connsiteX2" fmla="*/ 199543 w 200025"/>
                    <a:gd name="connsiteY2" fmla="*/ 109815 h 200025"/>
                    <a:gd name="connsiteX3" fmla="*/ 198943 w 200025"/>
                    <a:gd name="connsiteY3" fmla="*/ 114687 h 200025"/>
                    <a:gd name="connsiteX4" fmla="*/ 198103 w 200025"/>
                    <a:gd name="connsiteY4" fmla="*/ 119524 h 200025"/>
                    <a:gd name="connsiteX5" fmla="*/ 197027 w 200025"/>
                    <a:gd name="connsiteY5" fmla="*/ 124314 h 200025"/>
                    <a:gd name="connsiteX6" fmla="*/ 195719 w 200025"/>
                    <a:gd name="connsiteY6" fmla="*/ 129045 h 200025"/>
                    <a:gd name="connsiteX7" fmla="*/ 194179 w 200025"/>
                    <a:gd name="connsiteY7" fmla="*/ 133706 h 200025"/>
                    <a:gd name="connsiteX8" fmla="*/ 192412 w 200025"/>
                    <a:gd name="connsiteY8" fmla="*/ 138286 h 200025"/>
                    <a:gd name="connsiteX9" fmla="*/ 190423 w 200025"/>
                    <a:gd name="connsiteY9" fmla="*/ 142773 h 200025"/>
                    <a:gd name="connsiteX10" fmla="*/ 188216 w 200025"/>
                    <a:gd name="connsiteY10" fmla="*/ 147158 h 200025"/>
                    <a:gd name="connsiteX11" fmla="*/ 185797 w 200025"/>
                    <a:gd name="connsiteY11" fmla="*/ 151429 h 200025"/>
                    <a:gd name="connsiteX12" fmla="*/ 183170 w 200025"/>
                    <a:gd name="connsiteY12" fmla="*/ 155577 h 200025"/>
                    <a:gd name="connsiteX13" fmla="*/ 180344 w 200025"/>
                    <a:gd name="connsiteY13" fmla="*/ 159589 h 200025"/>
                    <a:gd name="connsiteX14" fmla="*/ 177323 w 200025"/>
                    <a:gd name="connsiteY14" fmla="*/ 163459 h 200025"/>
                    <a:gd name="connsiteX15" fmla="*/ 174117 w 200025"/>
                    <a:gd name="connsiteY15" fmla="*/ 167177 h 200025"/>
                    <a:gd name="connsiteX16" fmla="*/ 170732 w 200025"/>
                    <a:gd name="connsiteY16" fmla="*/ 170732 h 200025"/>
                    <a:gd name="connsiteX17" fmla="*/ 167177 w 200025"/>
                    <a:gd name="connsiteY17" fmla="*/ 174117 h 200025"/>
                    <a:gd name="connsiteX18" fmla="*/ 163459 w 200025"/>
                    <a:gd name="connsiteY18" fmla="*/ 177323 h 200025"/>
                    <a:gd name="connsiteX19" fmla="*/ 159589 w 200025"/>
                    <a:gd name="connsiteY19" fmla="*/ 180344 h 200025"/>
                    <a:gd name="connsiteX20" fmla="*/ 155577 w 200025"/>
                    <a:gd name="connsiteY20" fmla="*/ 183170 h 200025"/>
                    <a:gd name="connsiteX21" fmla="*/ 151429 w 200025"/>
                    <a:gd name="connsiteY21" fmla="*/ 185796 h 200025"/>
                    <a:gd name="connsiteX22" fmla="*/ 147158 w 200025"/>
                    <a:gd name="connsiteY22" fmla="*/ 188216 h 200025"/>
                    <a:gd name="connsiteX23" fmla="*/ 142773 w 200025"/>
                    <a:gd name="connsiteY23" fmla="*/ 190423 h 200025"/>
                    <a:gd name="connsiteX24" fmla="*/ 138286 w 200025"/>
                    <a:gd name="connsiteY24" fmla="*/ 192412 h 200025"/>
                    <a:gd name="connsiteX25" fmla="*/ 133706 w 200025"/>
                    <a:gd name="connsiteY25" fmla="*/ 194179 h 200025"/>
                    <a:gd name="connsiteX26" fmla="*/ 129045 w 200025"/>
                    <a:gd name="connsiteY26" fmla="*/ 195719 h 200025"/>
                    <a:gd name="connsiteX27" fmla="*/ 124314 w 200025"/>
                    <a:gd name="connsiteY27" fmla="*/ 197027 h 200025"/>
                    <a:gd name="connsiteX28" fmla="*/ 119524 w 200025"/>
                    <a:gd name="connsiteY28" fmla="*/ 198103 h 200025"/>
                    <a:gd name="connsiteX29" fmla="*/ 114687 w 200025"/>
                    <a:gd name="connsiteY29" fmla="*/ 198943 h 200025"/>
                    <a:gd name="connsiteX30" fmla="*/ 109815 w 200025"/>
                    <a:gd name="connsiteY30" fmla="*/ 199543 h 200025"/>
                    <a:gd name="connsiteX31" fmla="*/ 104920 w 200025"/>
                    <a:gd name="connsiteY31" fmla="*/ 199905 h 200025"/>
                    <a:gd name="connsiteX32" fmla="*/ 100013 w 200025"/>
                    <a:gd name="connsiteY32" fmla="*/ 200025 h 200025"/>
                    <a:gd name="connsiteX33" fmla="*/ 95105 w 200025"/>
                    <a:gd name="connsiteY33" fmla="*/ 199905 h 200025"/>
                    <a:gd name="connsiteX34" fmla="*/ 90210 w 200025"/>
                    <a:gd name="connsiteY34" fmla="*/ 199543 h 200025"/>
                    <a:gd name="connsiteX35" fmla="*/ 85338 w 200025"/>
                    <a:gd name="connsiteY35" fmla="*/ 198943 h 200025"/>
                    <a:gd name="connsiteX36" fmla="*/ 80501 w 200025"/>
                    <a:gd name="connsiteY36" fmla="*/ 198103 h 200025"/>
                    <a:gd name="connsiteX37" fmla="*/ 75711 w 200025"/>
                    <a:gd name="connsiteY37" fmla="*/ 197027 h 200025"/>
                    <a:gd name="connsiteX38" fmla="*/ 70980 w 200025"/>
                    <a:gd name="connsiteY38" fmla="*/ 195719 h 200025"/>
                    <a:gd name="connsiteX39" fmla="*/ 66319 w 200025"/>
                    <a:gd name="connsiteY39" fmla="*/ 194179 h 200025"/>
                    <a:gd name="connsiteX40" fmla="*/ 61739 w 200025"/>
                    <a:gd name="connsiteY40" fmla="*/ 192412 h 200025"/>
                    <a:gd name="connsiteX41" fmla="*/ 57252 w 200025"/>
                    <a:gd name="connsiteY41" fmla="*/ 190423 h 200025"/>
                    <a:gd name="connsiteX42" fmla="*/ 52867 w 200025"/>
                    <a:gd name="connsiteY42" fmla="*/ 188216 h 200025"/>
                    <a:gd name="connsiteX43" fmla="*/ 48596 w 200025"/>
                    <a:gd name="connsiteY43" fmla="*/ 185797 h 200025"/>
                    <a:gd name="connsiteX44" fmla="*/ 44449 w 200025"/>
                    <a:gd name="connsiteY44" fmla="*/ 183170 h 200025"/>
                    <a:gd name="connsiteX45" fmla="*/ 40435 w 200025"/>
                    <a:gd name="connsiteY45" fmla="*/ 180344 h 200025"/>
                    <a:gd name="connsiteX46" fmla="*/ 36565 w 200025"/>
                    <a:gd name="connsiteY46" fmla="*/ 177323 h 200025"/>
                    <a:gd name="connsiteX47" fmla="*/ 32848 w 200025"/>
                    <a:gd name="connsiteY47" fmla="*/ 174117 h 200025"/>
                    <a:gd name="connsiteX48" fmla="*/ 29293 w 200025"/>
                    <a:gd name="connsiteY48" fmla="*/ 170732 h 200025"/>
                    <a:gd name="connsiteX49" fmla="*/ 25908 w 200025"/>
                    <a:gd name="connsiteY49" fmla="*/ 167177 h 200025"/>
                    <a:gd name="connsiteX50" fmla="*/ 22702 w 200025"/>
                    <a:gd name="connsiteY50" fmla="*/ 163459 h 200025"/>
                    <a:gd name="connsiteX51" fmla="*/ 19682 w 200025"/>
                    <a:gd name="connsiteY51" fmla="*/ 159589 h 200025"/>
                    <a:gd name="connsiteX52" fmla="*/ 16855 w 200025"/>
                    <a:gd name="connsiteY52" fmla="*/ 155577 h 200025"/>
                    <a:gd name="connsiteX53" fmla="*/ 14229 w 200025"/>
                    <a:gd name="connsiteY53" fmla="*/ 151429 h 200025"/>
                    <a:gd name="connsiteX54" fmla="*/ 11809 w 200025"/>
                    <a:gd name="connsiteY54" fmla="*/ 147158 h 200025"/>
                    <a:gd name="connsiteX55" fmla="*/ 9602 w 200025"/>
                    <a:gd name="connsiteY55" fmla="*/ 142773 h 200025"/>
                    <a:gd name="connsiteX56" fmla="*/ 7613 w 200025"/>
                    <a:gd name="connsiteY56" fmla="*/ 138286 h 200025"/>
                    <a:gd name="connsiteX57" fmla="*/ 5846 w 200025"/>
                    <a:gd name="connsiteY57" fmla="*/ 133706 h 200025"/>
                    <a:gd name="connsiteX58" fmla="*/ 4307 w 200025"/>
                    <a:gd name="connsiteY58" fmla="*/ 129045 h 200025"/>
                    <a:gd name="connsiteX59" fmla="*/ 2997 w 200025"/>
                    <a:gd name="connsiteY59" fmla="*/ 124314 h 200025"/>
                    <a:gd name="connsiteX60" fmla="*/ 1922 w 200025"/>
                    <a:gd name="connsiteY60" fmla="*/ 119524 h 200025"/>
                    <a:gd name="connsiteX61" fmla="*/ 1083 w 200025"/>
                    <a:gd name="connsiteY61" fmla="*/ 114687 h 200025"/>
                    <a:gd name="connsiteX62" fmla="*/ 482 w 200025"/>
                    <a:gd name="connsiteY62" fmla="*/ 109815 h 200025"/>
                    <a:gd name="connsiteX63" fmla="*/ 120 w 200025"/>
                    <a:gd name="connsiteY63" fmla="*/ 104920 h 200025"/>
                    <a:gd name="connsiteX64" fmla="*/ 0 w 200025"/>
                    <a:gd name="connsiteY64" fmla="*/ 100013 h 200025"/>
                    <a:gd name="connsiteX65" fmla="*/ 120 w 200025"/>
                    <a:gd name="connsiteY65" fmla="*/ 95105 h 200025"/>
                    <a:gd name="connsiteX66" fmla="*/ 482 w 200025"/>
                    <a:gd name="connsiteY66" fmla="*/ 90210 h 200025"/>
                    <a:gd name="connsiteX67" fmla="*/ 1083 w 200025"/>
                    <a:gd name="connsiteY67" fmla="*/ 85338 h 200025"/>
                    <a:gd name="connsiteX68" fmla="*/ 1922 w 200025"/>
                    <a:gd name="connsiteY68" fmla="*/ 80501 h 200025"/>
                    <a:gd name="connsiteX69" fmla="*/ 2997 w 200025"/>
                    <a:gd name="connsiteY69" fmla="*/ 75711 h 200025"/>
                    <a:gd name="connsiteX70" fmla="*/ 4307 w 200025"/>
                    <a:gd name="connsiteY70" fmla="*/ 70980 h 200025"/>
                    <a:gd name="connsiteX71" fmla="*/ 5846 w 200025"/>
                    <a:gd name="connsiteY71" fmla="*/ 66319 h 200025"/>
                    <a:gd name="connsiteX72" fmla="*/ 7613 w 200025"/>
                    <a:gd name="connsiteY72" fmla="*/ 61739 h 200025"/>
                    <a:gd name="connsiteX73" fmla="*/ 9602 w 200025"/>
                    <a:gd name="connsiteY73" fmla="*/ 57252 h 200025"/>
                    <a:gd name="connsiteX74" fmla="*/ 11809 w 200025"/>
                    <a:gd name="connsiteY74" fmla="*/ 52867 h 200025"/>
                    <a:gd name="connsiteX75" fmla="*/ 14229 w 200025"/>
                    <a:gd name="connsiteY75" fmla="*/ 48596 h 200025"/>
                    <a:gd name="connsiteX76" fmla="*/ 16855 w 200025"/>
                    <a:gd name="connsiteY76" fmla="*/ 44449 h 200025"/>
                    <a:gd name="connsiteX77" fmla="*/ 19682 w 200025"/>
                    <a:gd name="connsiteY77" fmla="*/ 40435 h 200025"/>
                    <a:gd name="connsiteX78" fmla="*/ 22702 w 200025"/>
                    <a:gd name="connsiteY78" fmla="*/ 36565 h 200025"/>
                    <a:gd name="connsiteX79" fmla="*/ 25908 w 200025"/>
                    <a:gd name="connsiteY79" fmla="*/ 32848 h 200025"/>
                    <a:gd name="connsiteX80" fmla="*/ 29293 w 200025"/>
                    <a:gd name="connsiteY80" fmla="*/ 29293 h 200025"/>
                    <a:gd name="connsiteX81" fmla="*/ 32848 w 200025"/>
                    <a:gd name="connsiteY81" fmla="*/ 25908 h 200025"/>
                    <a:gd name="connsiteX82" fmla="*/ 36565 w 200025"/>
                    <a:gd name="connsiteY82" fmla="*/ 22702 h 200025"/>
                    <a:gd name="connsiteX83" fmla="*/ 40435 w 200025"/>
                    <a:gd name="connsiteY83" fmla="*/ 19682 h 200025"/>
                    <a:gd name="connsiteX84" fmla="*/ 44449 w 200025"/>
                    <a:gd name="connsiteY84" fmla="*/ 16855 h 200025"/>
                    <a:gd name="connsiteX85" fmla="*/ 48596 w 200025"/>
                    <a:gd name="connsiteY85" fmla="*/ 14229 h 200025"/>
                    <a:gd name="connsiteX86" fmla="*/ 52867 w 200025"/>
                    <a:gd name="connsiteY86" fmla="*/ 11809 h 200025"/>
                    <a:gd name="connsiteX87" fmla="*/ 57252 w 200025"/>
                    <a:gd name="connsiteY87" fmla="*/ 9602 h 200025"/>
                    <a:gd name="connsiteX88" fmla="*/ 61739 w 200025"/>
                    <a:gd name="connsiteY88" fmla="*/ 7613 h 200025"/>
                    <a:gd name="connsiteX89" fmla="*/ 66319 w 200025"/>
                    <a:gd name="connsiteY89" fmla="*/ 5846 h 200025"/>
                    <a:gd name="connsiteX90" fmla="*/ 70980 w 200025"/>
                    <a:gd name="connsiteY90" fmla="*/ 4307 h 200025"/>
                    <a:gd name="connsiteX91" fmla="*/ 75711 w 200025"/>
                    <a:gd name="connsiteY91" fmla="*/ 2997 h 200025"/>
                    <a:gd name="connsiteX92" fmla="*/ 80501 w 200025"/>
                    <a:gd name="connsiteY92" fmla="*/ 1922 h 200025"/>
                    <a:gd name="connsiteX93" fmla="*/ 85338 w 200025"/>
                    <a:gd name="connsiteY93" fmla="*/ 1083 h 200025"/>
                    <a:gd name="connsiteX94" fmla="*/ 90210 w 200025"/>
                    <a:gd name="connsiteY94" fmla="*/ 482 h 200025"/>
                    <a:gd name="connsiteX95" fmla="*/ 95105 w 200025"/>
                    <a:gd name="connsiteY95" fmla="*/ 120 h 200025"/>
                    <a:gd name="connsiteX96" fmla="*/ 100013 w 200025"/>
                    <a:gd name="connsiteY96" fmla="*/ 0 h 200025"/>
                    <a:gd name="connsiteX97" fmla="*/ 104920 w 200025"/>
                    <a:gd name="connsiteY97" fmla="*/ 120 h 200025"/>
                    <a:gd name="connsiteX98" fmla="*/ 109815 w 200025"/>
                    <a:gd name="connsiteY98" fmla="*/ 482 h 200025"/>
                    <a:gd name="connsiteX99" fmla="*/ 114687 w 200025"/>
                    <a:gd name="connsiteY99" fmla="*/ 1083 h 200025"/>
                    <a:gd name="connsiteX100" fmla="*/ 119524 w 200025"/>
                    <a:gd name="connsiteY100" fmla="*/ 1922 h 200025"/>
                    <a:gd name="connsiteX101" fmla="*/ 124314 w 200025"/>
                    <a:gd name="connsiteY101" fmla="*/ 2997 h 200025"/>
                    <a:gd name="connsiteX102" fmla="*/ 129045 w 200025"/>
                    <a:gd name="connsiteY102" fmla="*/ 4307 h 200025"/>
                    <a:gd name="connsiteX103" fmla="*/ 133706 w 200025"/>
                    <a:gd name="connsiteY103" fmla="*/ 5846 h 200025"/>
                    <a:gd name="connsiteX104" fmla="*/ 138286 w 200025"/>
                    <a:gd name="connsiteY104" fmla="*/ 7613 h 200025"/>
                    <a:gd name="connsiteX105" fmla="*/ 142773 w 200025"/>
                    <a:gd name="connsiteY105" fmla="*/ 9602 h 200025"/>
                    <a:gd name="connsiteX106" fmla="*/ 147158 w 200025"/>
                    <a:gd name="connsiteY106" fmla="*/ 11809 h 200025"/>
                    <a:gd name="connsiteX107" fmla="*/ 151429 w 200025"/>
                    <a:gd name="connsiteY107" fmla="*/ 14229 h 200025"/>
                    <a:gd name="connsiteX108" fmla="*/ 155577 w 200025"/>
                    <a:gd name="connsiteY108" fmla="*/ 16855 h 200025"/>
                    <a:gd name="connsiteX109" fmla="*/ 159589 w 200025"/>
                    <a:gd name="connsiteY109" fmla="*/ 19682 h 200025"/>
                    <a:gd name="connsiteX110" fmla="*/ 163459 w 200025"/>
                    <a:gd name="connsiteY110" fmla="*/ 22702 h 200025"/>
                    <a:gd name="connsiteX111" fmla="*/ 167177 w 200025"/>
                    <a:gd name="connsiteY111" fmla="*/ 25908 h 200025"/>
                    <a:gd name="connsiteX112" fmla="*/ 170732 w 200025"/>
                    <a:gd name="connsiteY112" fmla="*/ 29293 h 200025"/>
                    <a:gd name="connsiteX113" fmla="*/ 174117 w 200025"/>
                    <a:gd name="connsiteY113" fmla="*/ 32848 h 200025"/>
                    <a:gd name="connsiteX114" fmla="*/ 177323 w 200025"/>
                    <a:gd name="connsiteY114" fmla="*/ 36565 h 200025"/>
                    <a:gd name="connsiteX115" fmla="*/ 180344 w 200025"/>
                    <a:gd name="connsiteY115" fmla="*/ 40435 h 200025"/>
                    <a:gd name="connsiteX116" fmla="*/ 183170 w 200025"/>
                    <a:gd name="connsiteY116" fmla="*/ 44449 h 200025"/>
                    <a:gd name="connsiteX117" fmla="*/ 185796 w 200025"/>
                    <a:gd name="connsiteY117" fmla="*/ 48596 h 200025"/>
                    <a:gd name="connsiteX118" fmla="*/ 188216 w 200025"/>
                    <a:gd name="connsiteY118" fmla="*/ 52867 h 200025"/>
                    <a:gd name="connsiteX119" fmla="*/ 190423 w 200025"/>
                    <a:gd name="connsiteY119" fmla="*/ 57252 h 200025"/>
                    <a:gd name="connsiteX120" fmla="*/ 192412 w 200025"/>
                    <a:gd name="connsiteY120" fmla="*/ 61739 h 200025"/>
                    <a:gd name="connsiteX121" fmla="*/ 194179 w 200025"/>
                    <a:gd name="connsiteY121" fmla="*/ 66319 h 200025"/>
                    <a:gd name="connsiteX122" fmla="*/ 195719 w 200025"/>
                    <a:gd name="connsiteY122" fmla="*/ 70980 h 200025"/>
                    <a:gd name="connsiteX123" fmla="*/ 197027 w 200025"/>
                    <a:gd name="connsiteY123" fmla="*/ 75711 h 200025"/>
                    <a:gd name="connsiteX124" fmla="*/ 198103 w 200025"/>
                    <a:gd name="connsiteY124" fmla="*/ 80501 h 200025"/>
                    <a:gd name="connsiteX125" fmla="*/ 198943 w 200025"/>
                    <a:gd name="connsiteY125" fmla="*/ 85338 h 200025"/>
                    <a:gd name="connsiteX126" fmla="*/ 199543 w 200025"/>
                    <a:gd name="connsiteY126" fmla="*/ 90210 h 200025"/>
                    <a:gd name="connsiteX127" fmla="*/ 199905 w 200025"/>
                    <a:gd name="connsiteY127" fmla="*/ 95105 h 200025"/>
                    <a:gd name="connsiteX128" fmla="*/ 200025 w 200025"/>
                    <a:gd name="connsiteY128" fmla="*/ 100013 h 200025"/>
                    <a:gd name="connsiteX129" fmla="*/ 142875 w 200025"/>
                    <a:gd name="connsiteY129" fmla="*/ 100013 h 200025"/>
                    <a:gd name="connsiteX130" fmla="*/ 142823 w 200025"/>
                    <a:gd name="connsiteY130" fmla="*/ 97909 h 200025"/>
                    <a:gd name="connsiteX131" fmla="*/ 142669 w 200025"/>
                    <a:gd name="connsiteY131" fmla="*/ 95811 h 200025"/>
                    <a:gd name="connsiteX132" fmla="*/ 142411 w 200025"/>
                    <a:gd name="connsiteY132" fmla="*/ 93723 h 200025"/>
                    <a:gd name="connsiteX133" fmla="*/ 142051 w 200025"/>
                    <a:gd name="connsiteY133" fmla="*/ 91650 h 200025"/>
                    <a:gd name="connsiteX134" fmla="*/ 141590 w 200025"/>
                    <a:gd name="connsiteY134" fmla="*/ 89598 h 200025"/>
                    <a:gd name="connsiteX135" fmla="*/ 141029 w 200025"/>
                    <a:gd name="connsiteY135" fmla="*/ 87570 h 200025"/>
                    <a:gd name="connsiteX136" fmla="*/ 140369 w 200025"/>
                    <a:gd name="connsiteY136" fmla="*/ 85573 h 200025"/>
                    <a:gd name="connsiteX137" fmla="*/ 139612 w 200025"/>
                    <a:gd name="connsiteY137" fmla="*/ 83610 h 200025"/>
                    <a:gd name="connsiteX138" fmla="*/ 138760 w 200025"/>
                    <a:gd name="connsiteY138" fmla="*/ 81686 h 200025"/>
                    <a:gd name="connsiteX139" fmla="*/ 137814 w 200025"/>
                    <a:gd name="connsiteY139" fmla="*/ 79807 h 200025"/>
                    <a:gd name="connsiteX140" fmla="*/ 136777 w 200025"/>
                    <a:gd name="connsiteY140" fmla="*/ 77977 h 200025"/>
                    <a:gd name="connsiteX141" fmla="*/ 135651 w 200025"/>
                    <a:gd name="connsiteY141" fmla="*/ 76199 h 200025"/>
                    <a:gd name="connsiteX142" fmla="*/ 134440 w 200025"/>
                    <a:gd name="connsiteY142" fmla="*/ 74479 h 200025"/>
                    <a:gd name="connsiteX143" fmla="*/ 133146 w 200025"/>
                    <a:gd name="connsiteY143" fmla="*/ 72821 h 200025"/>
                    <a:gd name="connsiteX144" fmla="*/ 131772 w 200025"/>
                    <a:gd name="connsiteY144" fmla="*/ 71228 h 200025"/>
                    <a:gd name="connsiteX145" fmla="*/ 130321 w 200025"/>
                    <a:gd name="connsiteY145" fmla="*/ 69704 h 200025"/>
                    <a:gd name="connsiteX146" fmla="*/ 128797 w 200025"/>
                    <a:gd name="connsiteY146" fmla="*/ 68253 h 200025"/>
                    <a:gd name="connsiteX147" fmla="*/ 127204 w 200025"/>
                    <a:gd name="connsiteY147" fmla="*/ 66879 h 200025"/>
                    <a:gd name="connsiteX148" fmla="*/ 125546 w 200025"/>
                    <a:gd name="connsiteY148" fmla="*/ 65585 h 200025"/>
                    <a:gd name="connsiteX149" fmla="*/ 123826 w 200025"/>
                    <a:gd name="connsiteY149" fmla="*/ 64374 h 200025"/>
                    <a:gd name="connsiteX150" fmla="*/ 122048 w 200025"/>
                    <a:gd name="connsiteY150" fmla="*/ 63248 h 200025"/>
                    <a:gd name="connsiteX151" fmla="*/ 120218 w 200025"/>
                    <a:gd name="connsiteY151" fmla="*/ 62211 h 200025"/>
                    <a:gd name="connsiteX152" fmla="*/ 118339 w 200025"/>
                    <a:gd name="connsiteY152" fmla="*/ 61265 h 200025"/>
                    <a:gd name="connsiteX153" fmla="*/ 116415 w 200025"/>
                    <a:gd name="connsiteY153" fmla="*/ 60413 h 200025"/>
                    <a:gd name="connsiteX154" fmla="*/ 114452 w 200025"/>
                    <a:gd name="connsiteY154" fmla="*/ 59656 h 200025"/>
                    <a:gd name="connsiteX155" fmla="*/ 112455 w 200025"/>
                    <a:gd name="connsiteY155" fmla="*/ 58996 h 200025"/>
                    <a:gd name="connsiteX156" fmla="*/ 110427 w 200025"/>
                    <a:gd name="connsiteY156" fmla="*/ 58435 h 200025"/>
                    <a:gd name="connsiteX157" fmla="*/ 108375 w 200025"/>
                    <a:gd name="connsiteY157" fmla="*/ 57974 h 200025"/>
                    <a:gd name="connsiteX158" fmla="*/ 106302 w 200025"/>
                    <a:gd name="connsiteY158" fmla="*/ 57614 h 200025"/>
                    <a:gd name="connsiteX159" fmla="*/ 104214 w 200025"/>
                    <a:gd name="connsiteY159" fmla="*/ 57356 h 200025"/>
                    <a:gd name="connsiteX160" fmla="*/ 102116 w 200025"/>
                    <a:gd name="connsiteY160" fmla="*/ 57202 h 200025"/>
                    <a:gd name="connsiteX161" fmla="*/ 100013 w 200025"/>
                    <a:gd name="connsiteY161" fmla="*/ 57150 h 200025"/>
                    <a:gd name="connsiteX162" fmla="*/ 97909 w 200025"/>
                    <a:gd name="connsiteY162" fmla="*/ 57202 h 200025"/>
                    <a:gd name="connsiteX163" fmla="*/ 95811 w 200025"/>
                    <a:gd name="connsiteY163" fmla="*/ 57356 h 200025"/>
                    <a:gd name="connsiteX164" fmla="*/ 93723 w 200025"/>
                    <a:gd name="connsiteY164" fmla="*/ 57614 h 200025"/>
                    <a:gd name="connsiteX165" fmla="*/ 91650 w 200025"/>
                    <a:gd name="connsiteY165" fmla="*/ 57974 h 200025"/>
                    <a:gd name="connsiteX166" fmla="*/ 89598 w 200025"/>
                    <a:gd name="connsiteY166" fmla="*/ 58435 h 200025"/>
                    <a:gd name="connsiteX167" fmla="*/ 87570 w 200025"/>
                    <a:gd name="connsiteY167" fmla="*/ 58996 h 200025"/>
                    <a:gd name="connsiteX168" fmla="*/ 85573 w 200025"/>
                    <a:gd name="connsiteY168" fmla="*/ 59656 h 200025"/>
                    <a:gd name="connsiteX169" fmla="*/ 83610 w 200025"/>
                    <a:gd name="connsiteY169" fmla="*/ 60413 h 200025"/>
                    <a:gd name="connsiteX170" fmla="*/ 81686 w 200025"/>
                    <a:gd name="connsiteY170" fmla="*/ 61265 h 200025"/>
                    <a:gd name="connsiteX171" fmla="*/ 79807 w 200025"/>
                    <a:gd name="connsiteY171" fmla="*/ 62211 h 200025"/>
                    <a:gd name="connsiteX172" fmla="*/ 77977 w 200025"/>
                    <a:gd name="connsiteY172" fmla="*/ 63248 h 200025"/>
                    <a:gd name="connsiteX173" fmla="*/ 76199 w 200025"/>
                    <a:gd name="connsiteY173" fmla="*/ 64374 h 200025"/>
                    <a:gd name="connsiteX174" fmla="*/ 74479 w 200025"/>
                    <a:gd name="connsiteY174" fmla="*/ 65585 h 200025"/>
                    <a:gd name="connsiteX175" fmla="*/ 72821 w 200025"/>
                    <a:gd name="connsiteY175" fmla="*/ 66879 h 200025"/>
                    <a:gd name="connsiteX176" fmla="*/ 71228 w 200025"/>
                    <a:gd name="connsiteY176" fmla="*/ 68253 h 200025"/>
                    <a:gd name="connsiteX177" fmla="*/ 69704 w 200025"/>
                    <a:gd name="connsiteY177" fmla="*/ 69704 h 200025"/>
                    <a:gd name="connsiteX178" fmla="*/ 68253 w 200025"/>
                    <a:gd name="connsiteY178" fmla="*/ 71228 h 200025"/>
                    <a:gd name="connsiteX179" fmla="*/ 66879 w 200025"/>
                    <a:gd name="connsiteY179" fmla="*/ 72821 h 200025"/>
                    <a:gd name="connsiteX180" fmla="*/ 65585 w 200025"/>
                    <a:gd name="connsiteY180" fmla="*/ 74479 h 200025"/>
                    <a:gd name="connsiteX181" fmla="*/ 64374 w 200025"/>
                    <a:gd name="connsiteY181" fmla="*/ 76199 h 200025"/>
                    <a:gd name="connsiteX182" fmla="*/ 63248 w 200025"/>
                    <a:gd name="connsiteY182" fmla="*/ 77977 h 200025"/>
                    <a:gd name="connsiteX183" fmla="*/ 62211 w 200025"/>
                    <a:gd name="connsiteY183" fmla="*/ 79807 h 200025"/>
                    <a:gd name="connsiteX184" fmla="*/ 61265 w 200025"/>
                    <a:gd name="connsiteY184" fmla="*/ 81686 h 200025"/>
                    <a:gd name="connsiteX185" fmla="*/ 60413 w 200025"/>
                    <a:gd name="connsiteY185" fmla="*/ 83610 h 200025"/>
                    <a:gd name="connsiteX186" fmla="*/ 59656 w 200025"/>
                    <a:gd name="connsiteY186" fmla="*/ 85573 h 200025"/>
                    <a:gd name="connsiteX187" fmla="*/ 58996 w 200025"/>
                    <a:gd name="connsiteY187" fmla="*/ 87570 h 200025"/>
                    <a:gd name="connsiteX188" fmla="*/ 58435 w 200025"/>
                    <a:gd name="connsiteY188" fmla="*/ 89598 h 200025"/>
                    <a:gd name="connsiteX189" fmla="*/ 57974 w 200025"/>
                    <a:gd name="connsiteY189" fmla="*/ 91650 h 200025"/>
                    <a:gd name="connsiteX190" fmla="*/ 57614 w 200025"/>
                    <a:gd name="connsiteY190" fmla="*/ 93723 h 200025"/>
                    <a:gd name="connsiteX191" fmla="*/ 57356 w 200025"/>
                    <a:gd name="connsiteY191" fmla="*/ 95811 h 200025"/>
                    <a:gd name="connsiteX192" fmla="*/ 57202 w 200025"/>
                    <a:gd name="connsiteY192" fmla="*/ 97909 h 200025"/>
                    <a:gd name="connsiteX193" fmla="*/ 57150 w 200025"/>
                    <a:gd name="connsiteY193" fmla="*/ 100013 h 200025"/>
                    <a:gd name="connsiteX194" fmla="*/ 57202 w 200025"/>
                    <a:gd name="connsiteY194" fmla="*/ 102116 h 200025"/>
                    <a:gd name="connsiteX195" fmla="*/ 57356 w 200025"/>
                    <a:gd name="connsiteY195" fmla="*/ 104214 h 200025"/>
                    <a:gd name="connsiteX196" fmla="*/ 57614 w 200025"/>
                    <a:gd name="connsiteY196" fmla="*/ 106302 h 200025"/>
                    <a:gd name="connsiteX197" fmla="*/ 57974 w 200025"/>
                    <a:gd name="connsiteY197" fmla="*/ 108375 h 200025"/>
                    <a:gd name="connsiteX198" fmla="*/ 58435 w 200025"/>
                    <a:gd name="connsiteY198" fmla="*/ 110427 h 200025"/>
                    <a:gd name="connsiteX199" fmla="*/ 58996 w 200025"/>
                    <a:gd name="connsiteY199" fmla="*/ 112455 h 200025"/>
                    <a:gd name="connsiteX200" fmla="*/ 59656 w 200025"/>
                    <a:gd name="connsiteY200" fmla="*/ 114452 h 200025"/>
                    <a:gd name="connsiteX201" fmla="*/ 60413 w 200025"/>
                    <a:gd name="connsiteY201" fmla="*/ 116415 h 200025"/>
                    <a:gd name="connsiteX202" fmla="*/ 61265 w 200025"/>
                    <a:gd name="connsiteY202" fmla="*/ 118339 h 200025"/>
                    <a:gd name="connsiteX203" fmla="*/ 62211 w 200025"/>
                    <a:gd name="connsiteY203" fmla="*/ 120218 h 200025"/>
                    <a:gd name="connsiteX204" fmla="*/ 63248 w 200025"/>
                    <a:gd name="connsiteY204" fmla="*/ 122048 h 200025"/>
                    <a:gd name="connsiteX205" fmla="*/ 64374 w 200025"/>
                    <a:gd name="connsiteY205" fmla="*/ 123826 h 200025"/>
                    <a:gd name="connsiteX206" fmla="*/ 65585 w 200025"/>
                    <a:gd name="connsiteY206" fmla="*/ 125546 h 200025"/>
                    <a:gd name="connsiteX207" fmla="*/ 66879 w 200025"/>
                    <a:gd name="connsiteY207" fmla="*/ 127204 h 200025"/>
                    <a:gd name="connsiteX208" fmla="*/ 68253 w 200025"/>
                    <a:gd name="connsiteY208" fmla="*/ 128797 h 200025"/>
                    <a:gd name="connsiteX209" fmla="*/ 69704 w 200025"/>
                    <a:gd name="connsiteY209" fmla="*/ 130321 h 200025"/>
                    <a:gd name="connsiteX210" fmla="*/ 71228 w 200025"/>
                    <a:gd name="connsiteY210" fmla="*/ 131772 h 200025"/>
                    <a:gd name="connsiteX211" fmla="*/ 72821 w 200025"/>
                    <a:gd name="connsiteY211" fmla="*/ 133146 h 200025"/>
                    <a:gd name="connsiteX212" fmla="*/ 74479 w 200025"/>
                    <a:gd name="connsiteY212" fmla="*/ 134440 h 200025"/>
                    <a:gd name="connsiteX213" fmla="*/ 76199 w 200025"/>
                    <a:gd name="connsiteY213" fmla="*/ 135651 h 200025"/>
                    <a:gd name="connsiteX214" fmla="*/ 77977 w 200025"/>
                    <a:gd name="connsiteY214" fmla="*/ 136777 h 200025"/>
                    <a:gd name="connsiteX215" fmla="*/ 79807 w 200025"/>
                    <a:gd name="connsiteY215" fmla="*/ 137814 h 200025"/>
                    <a:gd name="connsiteX216" fmla="*/ 81686 w 200025"/>
                    <a:gd name="connsiteY216" fmla="*/ 138760 h 200025"/>
                    <a:gd name="connsiteX217" fmla="*/ 83610 w 200025"/>
                    <a:gd name="connsiteY217" fmla="*/ 139612 h 200025"/>
                    <a:gd name="connsiteX218" fmla="*/ 85573 w 200025"/>
                    <a:gd name="connsiteY218" fmla="*/ 140369 h 200025"/>
                    <a:gd name="connsiteX219" fmla="*/ 87570 w 200025"/>
                    <a:gd name="connsiteY219" fmla="*/ 141029 h 200025"/>
                    <a:gd name="connsiteX220" fmla="*/ 89598 w 200025"/>
                    <a:gd name="connsiteY220" fmla="*/ 141590 h 200025"/>
                    <a:gd name="connsiteX221" fmla="*/ 91650 w 200025"/>
                    <a:gd name="connsiteY221" fmla="*/ 142051 h 200025"/>
                    <a:gd name="connsiteX222" fmla="*/ 93723 w 200025"/>
                    <a:gd name="connsiteY222" fmla="*/ 142411 h 200025"/>
                    <a:gd name="connsiteX223" fmla="*/ 95811 w 200025"/>
                    <a:gd name="connsiteY223" fmla="*/ 142669 h 200025"/>
                    <a:gd name="connsiteX224" fmla="*/ 97909 w 200025"/>
                    <a:gd name="connsiteY224" fmla="*/ 142823 h 200025"/>
                    <a:gd name="connsiteX225" fmla="*/ 100013 w 200025"/>
                    <a:gd name="connsiteY225" fmla="*/ 142875 h 200025"/>
                    <a:gd name="connsiteX226" fmla="*/ 102116 w 200025"/>
                    <a:gd name="connsiteY226" fmla="*/ 142823 h 200025"/>
                    <a:gd name="connsiteX227" fmla="*/ 104214 w 200025"/>
                    <a:gd name="connsiteY227" fmla="*/ 142669 h 200025"/>
                    <a:gd name="connsiteX228" fmla="*/ 106302 w 200025"/>
                    <a:gd name="connsiteY228" fmla="*/ 142411 h 200025"/>
                    <a:gd name="connsiteX229" fmla="*/ 108375 w 200025"/>
                    <a:gd name="connsiteY229" fmla="*/ 142051 h 200025"/>
                    <a:gd name="connsiteX230" fmla="*/ 110427 w 200025"/>
                    <a:gd name="connsiteY230" fmla="*/ 141590 h 200025"/>
                    <a:gd name="connsiteX231" fmla="*/ 112455 w 200025"/>
                    <a:gd name="connsiteY231" fmla="*/ 141029 h 200025"/>
                    <a:gd name="connsiteX232" fmla="*/ 114452 w 200025"/>
                    <a:gd name="connsiteY232" fmla="*/ 140369 h 200025"/>
                    <a:gd name="connsiteX233" fmla="*/ 116415 w 200025"/>
                    <a:gd name="connsiteY233" fmla="*/ 139612 h 200025"/>
                    <a:gd name="connsiteX234" fmla="*/ 118339 w 200025"/>
                    <a:gd name="connsiteY234" fmla="*/ 138760 h 200025"/>
                    <a:gd name="connsiteX235" fmla="*/ 120218 w 200025"/>
                    <a:gd name="connsiteY235" fmla="*/ 137814 h 200025"/>
                    <a:gd name="connsiteX236" fmla="*/ 122048 w 200025"/>
                    <a:gd name="connsiteY236" fmla="*/ 136777 h 200025"/>
                    <a:gd name="connsiteX237" fmla="*/ 123826 w 200025"/>
                    <a:gd name="connsiteY237" fmla="*/ 135651 h 200025"/>
                    <a:gd name="connsiteX238" fmla="*/ 125546 w 200025"/>
                    <a:gd name="connsiteY238" fmla="*/ 134440 h 200025"/>
                    <a:gd name="connsiteX239" fmla="*/ 127204 w 200025"/>
                    <a:gd name="connsiteY239" fmla="*/ 133146 h 200025"/>
                    <a:gd name="connsiteX240" fmla="*/ 128797 w 200025"/>
                    <a:gd name="connsiteY240" fmla="*/ 131772 h 200025"/>
                    <a:gd name="connsiteX241" fmla="*/ 130321 w 200025"/>
                    <a:gd name="connsiteY241" fmla="*/ 130321 h 200025"/>
                    <a:gd name="connsiteX242" fmla="*/ 131772 w 200025"/>
                    <a:gd name="connsiteY242" fmla="*/ 128797 h 200025"/>
                    <a:gd name="connsiteX243" fmla="*/ 133146 w 200025"/>
                    <a:gd name="connsiteY243" fmla="*/ 127204 h 200025"/>
                    <a:gd name="connsiteX244" fmla="*/ 134440 w 200025"/>
                    <a:gd name="connsiteY244" fmla="*/ 125546 h 200025"/>
                    <a:gd name="connsiteX245" fmla="*/ 135651 w 200025"/>
                    <a:gd name="connsiteY245" fmla="*/ 123826 h 200025"/>
                    <a:gd name="connsiteX246" fmla="*/ 136777 w 200025"/>
                    <a:gd name="connsiteY246" fmla="*/ 122048 h 200025"/>
                    <a:gd name="connsiteX247" fmla="*/ 137814 w 200025"/>
                    <a:gd name="connsiteY247" fmla="*/ 120218 h 200025"/>
                    <a:gd name="connsiteX248" fmla="*/ 138760 w 200025"/>
                    <a:gd name="connsiteY248" fmla="*/ 118339 h 200025"/>
                    <a:gd name="connsiteX249" fmla="*/ 139612 w 200025"/>
                    <a:gd name="connsiteY249" fmla="*/ 116415 h 200025"/>
                    <a:gd name="connsiteX250" fmla="*/ 140369 w 200025"/>
                    <a:gd name="connsiteY250" fmla="*/ 114452 h 200025"/>
                    <a:gd name="connsiteX251" fmla="*/ 141029 w 200025"/>
                    <a:gd name="connsiteY251" fmla="*/ 112455 h 200025"/>
                    <a:gd name="connsiteX252" fmla="*/ 141590 w 200025"/>
                    <a:gd name="connsiteY252" fmla="*/ 110427 h 200025"/>
                    <a:gd name="connsiteX253" fmla="*/ 142051 w 200025"/>
                    <a:gd name="connsiteY253" fmla="*/ 108375 h 200025"/>
                    <a:gd name="connsiteX254" fmla="*/ 142411 w 200025"/>
                    <a:gd name="connsiteY254" fmla="*/ 106302 h 200025"/>
                    <a:gd name="connsiteX255" fmla="*/ 142669 w 200025"/>
                    <a:gd name="connsiteY255" fmla="*/ 104214 h 200025"/>
                    <a:gd name="connsiteX256" fmla="*/ 142823 w 200025"/>
                    <a:gd name="connsiteY256" fmla="*/ 102116 h 200025"/>
                    <a:gd name="connsiteX257" fmla="*/ 142875 w 200025"/>
                    <a:gd name="connsiteY257" fmla="*/ 100013 h 200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</a:cxnLst>
                  <a:rect l="l" t="t" r="r" b="b"/>
                  <a:pathLst>
                    <a:path w="200025" h="200025">
                      <a:moveTo>
                        <a:pt x="200025" y="100013"/>
                      </a:moveTo>
                      <a:cubicBezTo>
                        <a:pt x="200025" y="101649"/>
                        <a:pt x="199985" y="103285"/>
                        <a:pt x="199905" y="104920"/>
                      </a:cubicBezTo>
                      <a:cubicBezTo>
                        <a:pt x="199824" y="106555"/>
                        <a:pt x="199704" y="108187"/>
                        <a:pt x="199543" y="109815"/>
                      </a:cubicBezTo>
                      <a:cubicBezTo>
                        <a:pt x="199383" y="111444"/>
                        <a:pt x="199183" y="113068"/>
                        <a:pt x="198943" y="114687"/>
                      </a:cubicBezTo>
                      <a:cubicBezTo>
                        <a:pt x="198702" y="116306"/>
                        <a:pt x="198422" y="117919"/>
                        <a:pt x="198103" y="119524"/>
                      </a:cubicBezTo>
                      <a:cubicBezTo>
                        <a:pt x="197784" y="121129"/>
                        <a:pt x="197426" y="122726"/>
                        <a:pt x="197027" y="124314"/>
                      </a:cubicBezTo>
                      <a:cubicBezTo>
                        <a:pt x="196630" y="125901"/>
                        <a:pt x="196194" y="127478"/>
                        <a:pt x="195719" y="129045"/>
                      </a:cubicBezTo>
                      <a:cubicBezTo>
                        <a:pt x="195243" y="130611"/>
                        <a:pt x="194730" y="132165"/>
                        <a:pt x="194179" y="133706"/>
                      </a:cubicBezTo>
                      <a:cubicBezTo>
                        <a:pt x="193627" y="135247"/>
                        <a:pt x="193038" y="136773"/>
                        <a:pt x="192412" y="138286"/>
                      </a:cubicBezTo>
                      <a:cubicBezTo>
                        <a:pt x="191786" y="139798"/>
                        <a:pt x="191123" y="141294"/>
                        <a:pt x="190423" y="142773"/>
                      </a:cubicBezTo>
                      <a:cubicBezTo>
                        <a:pt x="189723" y="144253"/>
                        <a:pt x="188987" y="145715"/>
                        <a:pt x="188216" y="147158"/>
                      </a:cubicBezTo>
                      <a:cubicBezTo>
                        <a:pt x="187444" y="148602"/>
                        <a:pt x="186638" y="150025"/>
                        <a:pt x="185797" y="151429"/>
                      </a:cubicBezTo>
                      <a:cubicBezTo>
                        <a:pt x="184955" y="152833"/>
                        <a:pt x="184079" y="154216"/>
                        <a:pt x="183170" y="155577"/>
                      </a:cubicBezTo>
                      <a:cubicBezTo>
                        <a:pt x="182260" y="156937"/>
                        <a:pt x="181318" y="158275"/>
                        <a:pt x="180344" y="159589"/>
                      </a:cubicBezTo>
                      <a:cubicBezTo>
                        <a:pt x="179368" y="160905"/>
                        <a:pt x="178361" y="162195"/>
                        <a:pt x="177323" y="163459"/>
                      </a:cubicBezTo>
                      <a:cubicBezTo>
                        <a:pt x="176285" y="164725"/>
                        <a:pt x="175216" y="165964"/>
                        <a:pt x="174117" y="167177"/>
                      </a:cubicBezTo>
                      <a:cubicBezTo>
                        <a:pt x="173018" y="168390"/>
                        <a:pt x="171889" y="169575"/>
                        <a:pt x="170732" y="170732"/>
                      </a:cubicBezTo>
                      <a:cubicBezTo>
                        <a:pt x="169575" y="171889"/>
                        <a:pt x="168390" y="173018"/>
                        <a:pt x="167177" y="174117"/>
                      </a:cubicBezTo>
                      <a:cubicBezTo>
                        <a:pt x="165964" y="175216"/>
                        <a:pt x="164725" y="176285"/>
                        <a:pt x="163459" y="177323"/>
                      </a:cubicBezTo>
                      <a:cubicBezTo>
                        <a:pt x="162195" y="178361"/>
                        <a:pt x="160905" y="179368"/>
                        <a:pt x="159589" y="180344"/>
                      </a:cubicBezTo>
                      <a:cubicBezTo>
                        <a:pt x="158275" y="181318"/>
                        <a:pt x="156937" y="182260"/>
                        <a:pt x="155577" y="183170"/>
                      </a:cubicBezTo>
                      <a:cubicBezTo>
                        <a:pt x="154216" y="184079"/>
                        <a:pt x="152833" y="184954"/>
                        <a:pt x="151429" y="185796"/>
                      </a:cubicBezTo>
                      <a:cubicBezTo>
                        <a:pt x="150025" y="186638"/>
                        <a:pt x="148602" y="187444"/>
                        <a:pt x="147158" y="188216"/>
                      </a:cubicBezTo>
                      <a:cubicBezTo>
                        <a:pt x="145715" y="188987"/>
                        <a:pt x="144253" y="189723"/>
                        <a:pt x="142773" y="190423"/>
                      </a:cubicBezTo>
                      <a:cubicBezTo>
                        <a:pt x="141294" y="191123"/>
                        <a:pt x="139798" y="191786"/>
                        <a:pt x="138286" y="192412"/>
                      </a:cubicBezTo>
                      <a:cubicBezTo>
                        <a:pt x="136773" y="193038"/>
                        <a:pt x="135247" y="193627"/>
                        <a:pt x="133706" y="194179"/>
                      </a:cubicBezTo>
                      <a:cubicBezTo>
                        <a:pt x="132165" y="194730"/>
                        <a:pt x="130611" y="195243"/>
                        <a:pt x="129045" y="195719"/>
                      </a:cubicBezTo>
                      <a:cubicBezTo>
                        <a:pt x="127478" y="196194"/>
                        <a:pt x="125901" y="196630"/>
                        <a:pt x="124314" y="197027"/>
                      </a:cubicBezTo>
                      <a:cubicBezTo>
                        <a:pt x="122726" y="197426"/>
                        <a:pt x="121129" y="197784"/>
                        <a:pt x="119524" y="198103"/>
                      </a:cubicBezTo>
                      <a:cubicBezTo>
                        <a:pt x="117919" y="198422"/>
                        <a:pt x="116306" y="198702"/>
                        <a:pt x="114687" y="198943"/>
                      </a:cubicBezTo>
                      <a:cubicBezTo>
                        <a:pt x="113068" y="199183"/>
                        <a:pt x="111444" y="199383"/>
                        <a:pt x="109815" y="199543"/>
                      </a:cubicBezTo>
                      <a:cubicBezTo>
                        <a:pt x="108187" y="199704"/>
                        <a:pt x="106555" y="199824"/>
                        <a:pt x="104920" y="199905"/>
                      </a:cubicBezTo>
                      <a:cubicBezTo>
                        <a:pt x="103285" y="199985"/>
                        <a:pt x="101649" y="200025"/>
                        <a:pt x="100013" y="200025"/>
                      </a:cubicBezTo>
                      <a:cubicBezTo>
                        <a:pt x="98376" y="200025"/>
                        <a:pt x="96740" y="199985"/>
                        <a:pt x="95105" y="199905"/>
                      </a:cubicBezTo>
                      <a:cubicBezTo>
                        <a:pt x="93470" y="199824"/>
                        <a:pt x="91838" y="199704"/>
                        <a:pt x="90210" y="199543"/>
                      </a:cubicBezTo>
                      <a:cubicBezTo>
                        <a:pt x="88581" y="199383"/>
                        <a:pt x="86957" y="199183"/>
                        <a:pt x="85338" y="198943"/>
                      </a:cubicBezTo>
                      <a:cubicBezTo>
                        <a:pt x="83719" y="198702"/>
                        <a:pt x="82106" y="198422"/>
                        <a:pt x="80501" y="198103"/>
                      </a:cubicBezTo>
                      <a:cubicBezTo>
                        <a:pt x="78896" y="197784"/>
                        <a:pt x="77299" y="197426"/>
                        <a:pt x="75711" y="197027"/>
                      </a:cubicBezTo>
                      <a:cubicBezTo>
                        <a:pt x="74124" y="196630"/>
                        <a:pt x="72547" y="196194"/>
                        <a:pt x="70980" y="195719"/>
                      </a:cubicBezTo>
                      <a:cubicBezTo>
                        <a:pt x="69414" y="195243"/>
                        <a:pt x="67860" y="194730"/>
                        <a:pt x="66319" y="194179"/>
                      </a:cubicBezTo>
                      <a:cubicBezTo>
                        <a:pt x="64778" y="193627"/>
                        <a:pt x="63252" y="193038"/>
                        <a:pt x="61739" y="192412"/>
                      </a:cubicBezTo>
                      <a:cubicBezTo>
                        <a:pt x="60227" y="191786"/>
                        <a:pt x="58731" y="191123"/>
                        <a:pt x="57252" y="190423"/>
                      </a:cubicBezTo>
                      <a:cubicBezTo>
                        <a:pt x="55772" y="189723"/>
                        <a:pt x="54310" y="188987"/>
                        <a:pt x="52867" y="188216"/>
                      </a:cubicBezTo>
                      <a:cubicBezTo>
                        <a:pt x="51423" y="187444"/>
                        <a:pt x="50000" y="186638"/>
                        <a:pt x="48596" y="185797"/>
                      </a:cubicBezTo>
                      <a:cubicBezTo>
                        <a:pt x="47192" y="184955"/>
                        <a:pt x="45809" y="184079"/>
                        <a:pt x="44449" y="183170"/>
                      </a:cubicBezTo>
                      <a:cubicBezTo>
                        <a:pt x="43088" y="182260"/>
                        <a:pt x="41750" y="181318"/>
                        <a:pt x="40435" y="180344"/>
                      </a:cubicBezTo>
                      <a:cubicBezTo>
                        <a:pt x="39120" y="179368"/>
                        <a:pt x="37830" y="178361"/>
                        <a:pt x="36565" y="177323"/>
                      </a:cubicBezTo>
                      <a:cubicBezTo>
                        <a:pt x="35300" y="176285"/>
                        <a:pt x="34061" y="175216"/>
                        <a:pt x="32848" y="174117"/>
                      </a:cubicBezTo>
                      <a:cubicBezTo>
                        <a:pt x="31635" y="173018"/>
                        <a:pt x="30450" y="171889"/>
                        <a:pt x="29293" y="170732"/>
                      </a:cubicBezTo>
                      <a:cubicBezTo>
                        <a:pt x="28136" y="169575"/>
                        <a:pt x="27007" y="168390"/>
                        <a:pt x="25908" y="167177"/>
                      </a:cubicBezTo>
                      <a:cubicBezTo>
                        <a:pt x="24809" y="165964"/>
                        <a:pt x="23740" y="164725"/>
                        <a:pt x="22702" y="163459"/>
                      </a:cubicBezTo>
                      <a:cubicBezTo>
                        <a:pt x="21663" y="162195"/>
                        <a:pt x="20657" y="160905"/>
                        <a:pt x="19682" y="159589"/>
                      </a:cubicBezTo>
                      <a:cubicBezTo>
                        <a:pt x="18707" y="158275"/>
                        <a:pt x="17764" y="156937"/>
                        <a:pt x="16855" y="155577"/>
                      </a:cubicBezTo>
                      <a:cubicBezTo>
                        <a:pt x="15946" y="154216"/>
                        <a:pt x="15070" y="152833"/>
                        <a:pt x="14229" y="151429"/>
                      </a:cubicBezTo>
                      <a:cubicBezTo>
                        <a:pt x="13387" y="150025"/>
                        <a:pt x="12581" y="148602"/>
                        <a:pt x="11809" y="147158"/>
                      </a:cubicBezTo>
                      <a:cubicBezTo>
                        <a:pt x="11038" y="145715"/>
                        <a:pt x="10302" y="144253"/>
                        <a:pt x="9602" y="142773"/>
                      </a:cubicBezTo>
                      <a:cubicBezTo>
                        <a:pt x="8902" y="141294"/>
                        <a:pt x="8239" y="139798"/>
                        <a:pt x="7613" y="138286"/>
                      </a:cubicBezTo>
                      <a:cubicBezTo>
                        <a:pt x="6987" y="136773"/>
                        <a:pt x="6398" y="135247"/>
                        <a:pt x="5846" y="133706"/>
                      </a:cubicBezTo>
                      <a:cubicBezTo>
                        <a:pt x="5295" y="132165"/>
                        <a:pt x="4782" y="130611"/>
                        <a:pt x="4307" y="129045"/>
                      </a:cubicBezTo>
                      <a:cubicBezTo>
                        <a:pt x="3831" y="127478"/>
                        <a:pt x="3395" y="125901"/>
                        <a:pt x="2997" y="124314"/>
                      </a:cubicBezTo>
                      <a:cubicBezTo>
                        <a:pt x="2600" y="122726"/>
                        <a:pt x="2241" y="121129"/>
                        <a:pt x="1922" y="119524"/>
                      </a:cubicBezTo>
                      <a:cubicBezTo>
                        <a:pt x="1602" y="117919"/>
                        <a:pt x="1323" y="116306"/>
                        <a:pt x="1083" y="114687"/>
                      </a:cubicBezTo>
                      <a:cubicBezTo>
                        <a:pt x="842" y="113068"/>
                        <a:pt x="642" y="111444"/>
                        <a:pt x="482" y="109815"/>
                      </a:cubicBezTo>
                      <a:cubicBezTo>
                        <a:pt x="321" y="108187"/>
                        <a:pt x="201" y="106555"/>
                        <a:pt x="120" y="104920"/>
                      </a:cubicBezTo>
                      <a:cubicBezTo>
                        <a:pt x="40" y="103285"/>
                        <a:pt x="0" y="101649"/>
                        <a:pt x="0" y="100013"/>
                      </a:cubicBezTo>
                      <a:cubicBezTo>
                        <a:pt x="0" y="98376"/>
                        <a:pt x="40" y="96740"/>
                        <a:pt x="120" y="95105"/>
                      </a:cubicBezTo>
                      <a:cubicBezTo>
                        <a:pt x="201" y="93470"/>
                        <a:pt x="321" y="91838"/>
                        <a:pt x="482" y="90210"/>
                      </a:cubicBezTo>
                      <a:cubicBezTo>
                        <a:pt x="642" y="88581"/>
                        <a:pt x="842" y="86957"/>
                        <a:pt x="1083" y="85338"/>
                      </a:cubicBezTo>
                      <a:cubicBezTo>
                        <a:pt x="1323" y="83719"/>
                        <a:pt x="1602" y="82106"/>
                        <a:pt x="1922" y="80501"/>
                      </a:cubicBezTo>
                      <a:cubicBezTo>
                        <a:pt x="2241" y="78896"/>
                        <a:pt x="2600" y="77299"/>
                        <a:pt x="2997" y="75711"/>
                      </a:cubicBezTo>
                      <a:cubicBezTo>
                        <a:pt x="3395" y="74124"/>
                        <a:pt x="3831" y="72547"/>
                        <a:pt x="4307" y="70980"/>
                      </a:cubicBezTo>
                      <a:cubicBezTo>
                        <a:pt x="4782" y="69414"/>
                        <a:pt x="5295" y="67860"/>
                        <a:pt x="5846" y="66319"/>
                      </a:cubicBezTo>
                      <a:cubicBezTo>
                        <a:pt x="6398" y="64778"/>
                        <a:pt x="6987" y="63252"/>
                        <a:pt x="7613" y="61739"/>
                      </a:cubicBezTo>
                      <a:cubicBezTo>
                        <a:pt x="8239" y="60227"/>
                        <a:pt x="8902" y="58731"/>
                        <a:pt x="9602" y="57252"/>
                      </a:cubicBezTo>
                      <a:cubicBezTo>
                        <a:pt x="10302" y="55772"/>
                        <a:pt x="11038" y="54310"/>
                        <a:pt x="11809" y="52867"/>
                      </a:cubicBezTo>
                      <a:cubicBezTo>
                        <a:pt x="12581" y="51423"/>
                        <a:pt x="13387" y="50000"/>
                        <a:pt x="14229" y="48596"/>
                      </a:cubicBezTo>
                      <a:cubicBezTo>
                        <a:pt x="15070" y="47192"/>
                        <a:pt x="15946" y="45809"/>
                        <a:pt x="16855" y="44449"/>
                      </a:cubicBezTo>
                      <a:cubicBezTo>
                        <a:pt x="17764" y="43088"/>
                        <a:pt x="18707" y="41750"/>
                        <a:pt x="19682" y="40435"/>
                      </a:cubicBezTo>
                      <a:cubicBezTo>
                        <a:pt x="20657" y="39120"/>
                        <a:pt x="21663" y="37830"/>
                        <a:pt x="22702" y="36565"/>
                      </a:cubicBezTo>
                      <a:cubicBezTo>
                        <a:pt x="23740" y="35300"/>
                        <a:pt x="24809" y="34061"/>
                        <a:pt x="25908" y="32848"/>
                      </a:cubicBezTo>
                      <a:cubicBezTo>
                        <a:pt x="27007" y="31635"/>
                        <a:pt x="28136" y="30450"/>
                        <a:pt x="29293" y="29293"/>
                      </a:cubicBezTo>
                      <a:cubicBezTo>
                        <a:pt x="30450" y="28136"/>
                        <a:pt x="31635" y="27007"/>
                        <a:pt x="32848" y="25908"/>
                      </a:cubicBezTo>
                      <a:cubicBezTo>
                        <a:pt x="34061" y="24809"/>
                        <a:pt x="35300" y="23740"/>
                        <a:pt x="36565" y="22702"/>
                      </a:cubicBezTo>
                      <a:cubicBezTo>
                        <a:pt x="37830" y="21663"/>
                        <a:pt x="39120" y="20657"/>
                        <a:pt x="40435" y="19682"/>
                      </a:cubicBezTo>
                      <a:cubicBezTo>
                        <a:pt x="41750" y="18707"/>
                        <a:pt x="43088" y="17764"/>
                        <a:pt x="44449" y="16855"/>
                      </a:cubicBezTo>
                      <a:cubicBezTo>
                        <a:pt x="45809" y="15946"/>
                        <a:pt x="47192" y="15070"/>
                        <a:pt x="48596" y="14229"/>
                      </a:cubicBezTo>
                      <a:cubicBezTo>
                        <a:pt x="50000" y="13387"/>
                        <a:pt x="51423" y="12581"/>
                        <a:pt x="52867" y="11809"/>
                      </a:cubicBezTo>
                      <a:cubicBezTo>
                        <a:pt x="54310" y="11038"/>
                        <a:pt x="55772" y="10302"/>
                        <a:pt x="57252" y="9602"/>
                      </a:cubicBezTo>
                      <a:cubicBezTo>
                        <a:pt x="58731" y="8902"/>
                        <a:pt x="60227" y="8239"/>
                        <a:pt x="61739" y="7613"/>
                      </a:cubicBezTo>
                      <a:cubicBezTo>
                        <a:pt x="63252" y="6987"/>
                        <a:pt x="64778" y="6398"/>
                        <a:pt x="66319" y="5846"/>
                      </a:cubicBezTo>
                      <a:cubicBezTo>
                        <a:pt x="67860" y="5295"/>
                        <a:pt x="69414" y="4782"/>
                        <a:pt x="70980" y="4307"/>
                      </a:cubicBezTo>
                      <a:cubicBezTo>
                        <a:pt x="72547" y="3831"/>
                        <a:pt x="74124" y="3395"/>
                        <a:pt x="75711" y="2997"/>
                      </a:cubicBezTo>
                      <a:cubicBezTo>
                        <a:pt x="77299" y="2600"/>
                        <a:pt x="78896" y="2241"/>
                        <a:pt x="80501" y="1922"/>
                      </a:cubicBezTo>
                      <a:cubicBezTo>
                        <a:pt x="82106" y="1602"/>
                        <a:pt x="83719" y="1323"/>
                        <a:pt x="85338" y="1083"/>
                      </a:cubicBezTo>
                      <a:cubicBezTo>
                        <a:pt x="86957" y="842"/>
                        <a:pt x="88581" y="642"/>
                        <a:pt x="90210" y="482"/>
                      </a:cubicBezTo>
                      <a:cubicBezTo>
                        <a:pt x="91838" y="321"/>
                        <a:pt x="93470" y="201"/>
                        <a:pt x="95105" y="120"/>
                      </a:cubicBezTo>
                      <a:cubicBezTo>
                        <a:pt x="96740" y="40"/>
                        <a:pt x="98376" y="0"/>
                        <a:pt x="100013" y="0"/>
                      </a:cubicBezTo>
                      <a:cubicBezTo>
                        <a:pt x="101649" y="0"/>
                        <a:pt x="103285" y="40"/>
                        <a:pt x="104920" y="120"/>
                      </a:cubicBezTo>
                      <a:cubicBezTo>
                        <a:pt x="106555" y="201"/>
                        <a:pt x="108187" y="321"/>
                        <a:pt x="109815" y="482"/>
                      </a:cubicBezTo>
                      <a:cubicBezTo>
                        <a:pt x="111444" y="642"/>
                        <a:pt x="113068" y="842"/>
                        <a:pt x="114687" y="1083"/>
                      </a:cubicBezTo>
                      <a:cubicBezTo>
                        <a:pt x="116306" y="1323"/>
                        <a:pt x="117919" y="1602"/>
                        <a:pt x="119524" y="1922"/>
                      </a:cubicBezTo>
                      <a:cubicBezTo>
                        <a:pt x="121129" y="2241"/>
                        <a:pt x="122726" y="2600"/>
                        <a:pt x="124314" y="2997"/>
                      </a:cubicBezTo>
                      <a:cubicBezTo>
                        <a:pt x="125901" y="3395"/>
                        <a:pt x="127478" y="3831"/>
                        <a:pt x="129045" y="4307"/>
                      </a:cubicBezTo>
                      <a:cubicBezTo>
                        <a:pt x="130611" y="4782"/>
                        <a:pt x="132165" y="5295"/>
                        <a:pt x="133706" y="5846"/>
                      </a:cubicBezTo>
                      <a:cubicBezTo>
                        <a:pt x="135247" y="6398"/>
                        <a:pt x="136773" y="6987"/>
                        <a:pt x="138286" y="7613"/>
                      </a:cubicBezTo>
                      <a:cubicBezTo>
                        <a:pt x="139798" y="8239"/>
                        <a:pt x="141294" y="8902"/>
                        <a:pt x="142773" y="9602"/>
                      </a:cubicBezTo>
                      <a:cubicBezTo>
                        <a:pt x="144253" y="10302"/>
                        <a:pt x="145715" y="11038"/>
                        <a:pt x="147158" y="11809"/>
                      </a:cubicBezTo>
                      <a:cubicBezTo>
                        <a:pt x="148602" y="12581"/>
                        <a:pt x="150025" y="13387"/>
                        <a:pt x="151429" y="14229"/>
                      </a:cubicBezTo>
                      <a:cubicBezTo>
                        <a:pt x="152833" y="15070"/>
                        <a:pt x="154216" y="15946"/>
                        <a:pt x="155577" y="16855"/>
                      </a:cubicBezTo>
                      <a:cubicBezTo>
                        <a:pt x="156937" y="17764"/>
                        <a:pt x="158275" y="18707"/>
                        <a:pt x="159589" y="19682"/>
                      </a:cubicBezTo>
                      <a:cubicBezTo>
                        <a:pt x="160905" y="20657"/>
                        <a:pt x="162195" y="21663"/>
                        <a:pt x="163459" y="22702"/>
                      </a:cubicBezTo>
                      <a:cubicBezTo>
                        <a:pt x="164725" y="23740"/>
                        <a:pt x="165964" y="24809"/>
                        <a:pt x="167177" y="25908"/>
                      </a:cubicBezTo>
                      <a:cubicBezTo>
                        <a:pt x="168390" y="27007"/>
                        <a:pt x="169575" y="28136"/>
                        <a:pt x="170732" y="29293"/>
                      </a:cubicBezTo>
                      <a:cubicBezTo>
                        <a:pt x="171889" y="30450"/>
                        <a:pt x="173018" y="31635"/>
                        <a:pt x="174117" y="32848"/>
                      </a:cubicBezTo>
                      <a:cubicBezTo>
                        <a:pt x="175216" y="34061"/>
                        <a:pt x="176285" y="35300"/>
                        <a:pt x="177323" y="36565"/>
                      </a:cubicBezTo>
                      <a:cubicBezTo>
                        <a:pt x="178361" y="37830"/>
                        <a:pt x="179368" y="39120"/>
                        <a:pt x="180344" y="40435"/>
                      </a:cubicBezTo>
                      <a:cubicBezTo>
                        <a:pt x="181318" y="41750"/>
                        <a:pt x="182260" y="43088"/>
                        <a:pt x="183170" y="44449"/>
                      </a:cubicBezTo>
                      <a:cubicBezTo>
                        <a:pt x="184079" y="45809"/>
                        <a:pt x="184954" y="47192"/>
                        <a:pt x="185796" y="48596"/>
                      </a:cubicBezTo>
                      <a:cubicBezTo>
                        <a:pt x="186638" y="50000"/>
                        <a:pt x="187444" y="51423"/>
                        <a:pt x="188216" y="52867"/>
                      </a:cubicBezTo>
                      <a:cubicBezTo>
                        <a:pt x="188987" y="54310"/>
                        <a:pt x="189723" y="55772"/>
                        <a:pt x="190423" y="57252"/>
                      </a:cubicBezTo>
                      <a:cubicBezTo>
                        <a:pt x="191123" y="58731"/>
                        <a:pt x="191786" y="60227"/>
                        <a:pt x="192412" y="61739"/>
                      </a:cubicBezTo>
                      <a:cubicBezTo>
                        <a:pt x="193038" y="63252"/>
                        <a:pt x="193627" y="64778"/>
                        <a:pt x="194179" y="66319"/>
                      </a:cubicBezTo>
                      <a:cubicBezTo>
                        <a:pt x="194730" y="67860"/>
                        <a:pt x="195243" y="69414"/>
                        <a:pt x="195719" y="70980"/>
                      </a:cubicBezTo>
                      <a:cubicBezTo>
                        <a:pt x="196194" y="72547"/>
                        <a:pt x="196630" y="74124"/>
                        <a:pt x="197027" y="75711"/>
                      </a:cubicBezTo>
                      <a:cubicBezTo>
                        <a:pt x="197426" y="77299"/>
                        <a:pt x="197784" y="78896"/>
                        <a:pt x="198103" y="80501"/>
                      </a:cubicBezTo>
                      <a:cubicBezTo>
                        <a:pt x="198422" y="82106"/>
                        <a:pt x="198702" y="83719"/>
                        <a:pt x="198943" y="85338"/>
                      </a:cubicBezTo>
                      <a:cubicBezTo>
                        <a:pt x="199183" y="86957"/>
                        <a:pt x="199383" y="88581"/>
                        <a:pt x="199543" y="90210"/>
                      </a:cubicBezTo>
                      <a:cubicBezTo>
                        <a:pt x="199704" y="91838"/>
                        <a:pt x="199824" y="93470"/>
                        <a:pt x="199905" y="95105"/>
                      </a:cubicBezTo>
                      <a:cubicBezTo>
                        <a:pt x="199985" y="96740"/>
                        <a:pt x="200025" y="98376"/>
                        <a:pt x="200025" y="100013"/>
                      </a:cubicBezTo>
                      <a:close/>
                      <a:moveTo>
                        <a:pt x="142875" y="100013"/>
                      </a:moveTo>
                      <a:cubicBezTo>
                        <a:pt x="142875" y="99311"/>
                        <a:pt x="142858" y="98610"/>
                        <a:pt x="142823" y="97909"/>
                      </a:cubicBezTo>
                      <a:cubicBezTo>
                        <a:pt x="142789" y="97209"/>
                        <a:pt x="142737" y="96509"/>
                        <a:pt x="142669" y="95811"/>
                      </a:cubicBezTo>
                      <a:cubicBezTo>
                        <a:pt x="142600" y="95113"/>
                        <a:pt x="142514" y="94417"/>
                        <a:pt x="142411" y="93723"/>
                      </a:cubicBezTo>
                      <a:cubicBezTo>
                        <a:pt x="142308" y="93029"/>
                        <a:pt x="142188" y="92338"/>
                        <a:pt x="142051" y="91650"/>
                      </a:cubicBezTo>
                      <a:cubicBezTo>
                        <a:pt x="141915" y="90962"/>
                        <a:pt x="141761" y="90278"/>
                        <a:pt x="141590" y="89598"/>
                      </a:cubicBezTo>
                      <a:cubicBezTo>
                        <a:pt x="141420" y="88917"/>
                        <a:pt x="141233" y="88241"/>
                        <a:pt x="141029" y="87570"/>
                      </a:cubicBezTo>
                      <a:cubicBezTo>
                        <a:pt x="140826" y="86899"/>
                        <a:pt x="140606" y="86233"/>
                        <a:pt x="140369" y="85573"/>
                      </a:cubicBezTo>
                      <a:cubicBezTo>
                        <a:pt x="140133" y="84912"/>
                        <a:pt x="139881" y="84258"/>
                        <a:pt x="139612" y="83610"/>
                      </a:cubicBezTo>
                      <a:cubicBezTo>
                        <a:pt x="139344" y="82962"/>
                        <a:pt x="139060" y="82321"/>
                        <a:pt x="138760" y="81686"/>
                      </a:cubicBezTo>
                      <a:cubicBezTo>
                        <a:pt x="138460" y="81052"/>
                        <a:pt x="138145" y="80426"/>
                        <a:pt x="137814" y="79807"/>
                      </a:cubicBezTo>
                      <a:cubicBezTo>
                        <a:pt x="137483" y="79189"/>
                        <a:pt x="137138" y="78578"/>
                        <a:pt x="136777" y="77977"/>
                      </a:cubicBezTo>
                      <a:cubicBezTo>
                        <a:pt x="136416" y="77375"/>
                        <a:pt x="136041" y="76783"/>
                        <a:pt x="135651" y="76199"/>
                      </a:cubicBezTo>
                      <a:cubicBezTo>
                        <a:pt x="135262" y="75616"/>
                        <a:pt x="134858" y="75043"/>
                        <a:pt x="134440" y="74479"/>
                      </a:cubicBezTo>
                      <a:cubicBezTo>
                        <a:pt x="134022" y="73916"/>
                        <a:pt x="133591" y="73363"/>
                        <a:pt x="133146" y="72821"/>
                      </a:cubicBezTo>
                      <a:cubicBezTo>
                        <a:pt x="132701" y="72279"/>
                        <a:pt x="132243" y="71748"/>
                        <a:pt x="131772" y="71228"/>
                      </a:cubicBezTo>
                      <a:cubicBezTo>
                        <a:pt x="131300" y="70708"/>
                        <a:pt x="130817" y="70200"/>
                        <a:pt x="130321" y="69704"/>
                      </a:cubicBezTo>
                      <a:cubicBezTo>
                        <a:pt x="129825" y="69208"/>
                        <a:pt x="129317" y="68725"/>
                        <a:pt x="128797" y="68253"/>
                      </a:cubicBezTo>
                      <a:cubicBezTo>
                        <a:pt x="128277" y="67782"/>
                        <a:pt x="127746" y="67324"/>
                        <a:pt x="127204" y="66879"/>
                      </a:cubicBezTo>
                      <a:cubicBezTo>
                        <a:pt x="126662" y="66434"/>
                        <a:pt x="126109" y="66003"/>
                        <a:pt x="125546" y="65585"/>
                      </a:cubicBezTo>
                      <a:cubicBezTo>
                        <a:pt x="124982" y="65167"/>
                        <a:pt x="124409" y="64763"/>
                        <a:pt x="123826" y="64374"/>
                      </a:cubicBezTo>
                      <a:cubicBezTo>
                        <a:pt x="123242" y="63984"/>
                        <a:pt x="122650" y="63609"/>
                        <a:pt x="122048" y="63248"/>
                      </a:cubicBezTo>
                      <a:cubicBezTo>
                        <a:pt x="121447" y="62887"/>
                        <a:pt x="120836" y="62542"/>
                        <a:pt x="120218" y="62211"/>
                      </a:cubicBezTo>
                      <a:cubicBezTo>
                        <a:pt x="119599" y="61880"/>
                        <a:pt x="118973" y="61565"/>
                        <a:pt x="118339" y="61265"/>
                      </a:cubicBezTo>
                      <a:cubicBezTo>
                        <a:pt x="117704" y="60965"/>
                        <a:pt x="117063" y="60681"/>
                        <a:pt x="116415" y="60413"/>
                      </a:cubicBezTo>
                      <a:cubicBezTo>
                        <a:pt x="115767" y="60144"/>
                        <a:pt x="115113" y="59892"/>
                        <a:pt x="114452" y="59656"/>
                      </a:cubicBezTo>
                      <a:cubicBezTo>
                        <a:pt x="113792" y="59419"/>
                        <a:pt x="113126" y="59199"/>
                        <a:pt x="112455" y="58996"/>
                      </a:cubicBezTo>
                      <a:cubicBezTo>
                        <a:pt x="111784" y="58792"/>
                        <a:pt x="111108" y="58605"/>
                        <a:pt x="110427" y="58435"/>
                      </a:cubicBezTo>
                      <a:cubicBezTo>
                        <a:pt x="109747" y="58264"/>
                        <a:pt x="109063" y="58110"/>
                        <a:pt x="108375" y="57974"/>
                      </a:cubicBezTo>
                      <a:cubicBezTo>
                        <a:pt x="107687" y="57837"/>
                        <a:pt x="106996" y="57717"/>
                        <a:pt x="106302" y="57614"/>
                      </a:cubicBezTo>
                      <a:cubicBezTo>
                        <a:pt x="105608" y="57511"/>
                        <a:pt x="104912" y="57425"/>
                        <a:pt x="104214" y="57356"/>
                      </a:cubicBezTo>
                      <a:cubicBezTo>
                        <a:pt x="103516" y="57288"/>
                        <a:pt x="102816" y="57236"/>
                        <a:pt x="102116" y="57202"/>
                      </a:cubicBezTo>
                      <a:cubicBezTo>
                        <a:pt x="101415" y="57167"/>
                        <a:pt x="100714" y="57150"/>
                        <a:pt x="100013" y="57150"/>
                      </a:cubicBezTo>
                      <a:cubicBezTo>
                        <a:pt x="99311" y="57150"/>
                        <a:pt x="98610" y="57167"/>
                        <a:pt x="97909" y="57202"/>
                      </a:cubicBezTo>
                      <a:cubicBezTo>
                        <a:pt x="97209" y="57236"/>
                        <a:pt x="96509" y="57288"/>
                        <a:pt x="95811" y="57356"/>
                      </a:cubicBezTo>
                      <a:cubicBezTo>
                        <a:pt x="95113" y="57425"/>
                        <a:pt x="94417" y="57511"/>
                        <a:pt x="93723" y="57614"/>
                      </a:cubicBezTo>
                      <a:cubicBezTo>
                        <a:pt x="93029" y="57717"/>
                        <a:pt x="92338" y="57837"/>
                        <a:pt x="91650" y="57974"/>
                      </a:cubicBezTo>
                      <a:cubicBezTo>
                        <a:pt x="90962" y="58110"/>
                        <a:pt x="90278" y="58264"/>
                        <a:pt x="89598" y="58435"/>
                      </a:cubicBezTo>
                      <a:cubicBezTo>
                        <a:pt x="88917" y="58605"/>
                        <a:pt x="88241" y="58792"/>
                        <a:pt x="87570" y="58996"/>
                      </a:cubicBezTo>
                      <a:cubicBezTo>
                        <a:pt x="86899" y="59199"/>
                        <a:pt x="86233" y="59419"/>
                        <a:pt x="85573" y="59656"/>
                      </a:cubicBezTo>
                      <a:cubicBezTo>
                        <a:pt x="84912" y="59892"/>
                        <a:pt x="84258" y="60144"/>
                        <a:pt x="83610" y="60413"/>
                      </a:cubicBezTo>
                      <a:cubicBezTo>
                        <a:pt x="82962" y="60681"/>
                        <a:pt x="82321" y="60965"/>
                        <a:pt x="81686" y="61265"/>
                      </a:cubicBezTo>
                      <a:cubicBezTo>
                        <a:pt x="81052" y="61565"/>
                        <a:pt x="80426" y="61880"/>
                        <a:pt x="79807" y="62211"/>
                      </a:cubicBezTo>
                      <a:cubicBezTo>
                        <a:pt x="79189" y="62542"/>
                        <a:pt x="78578" y="62887"/>
                        <a:pt x="77977" y="63248"/>
                      </a:cubicBezTo>
                      <a:cubicBezTo>
                        <a:pt x="77375" y="63609"/>
                        <a:pt x="76783" y="63984"/>
                        <a:pt x="76199" y="64374"/>
                      </a:cubicBezTo>
                      <a:cubicBezTo>
                        <a:pt x="75616" y="64763"/>
                        <a:pt x="75043" y="65167"/>
                        <a:pt x="74479" y="65585"/>
                      </a:cubicBezTo>
                      <a:cubicBezTo>
                        <a:pt x="73916" y="66003"/>
                        <a:pt x="73363" y="66434"/>
                        <a:pt x="72821" y="66879"/>
                      </a:cubicBezTo>
                      <a:cubicBezTo>
                        <a:pt x="72279" y="67324"/>
                        <a:pt x="71748" y="67782"/>
                        <a:pt x="71228" y="68253"/>
                      </a:cubicBezTo>
                      <a:cubicBezTo>
                        <a:pt x="70708" y="68725"/>
                        <a:pt x="70200" y="69208"/>
                        <a:pt x="69704" y="69704"/>
                      </a:cubicBezTo>
                      <a:cubicBezTo>
                        <a:pt x="69208" y="70200"/>
                        <a:pt x="68725" y="70708"/>
                        <a:pt x="68253" y="71228"/>
                      </a:cubicBezTo>
                      <a:cubicBezTo>
                        <a:pt x="67782" y="71748"/>
                        <a:pt x="67324" y="72279"/>
                        <a:pt x="66879" y="72821"/>
                      </a:cubicBezTo>
                      <a:cubicBezTo>
                        <a:pt x="66434" y="73363"/>
                        <a:pt x="66003" y="73916"/>
                        <a:pt x="65585" y="74479"/>
                      </a:cubicBezTo>
                      <a:cubicBezTo>
                        <a:pt x="65167" y="75043"/>
                        <a:pt x="64763" y="75616"/>
                        <a:pt x="64374" y="76199"/>
                      </a:cubicBezTo>
                      <a:cubicBezTo>
                        <a:pt x="63984" y="76783"/>
                        <a:pt x="63609" y="77375"/>
                        <a:pt x="63248" y="77977"/>
                      </a:cubicBezTo>
                      <a:cubicBezTo>
                        <a:pt x="62887" y="78578"/>
                        <a:pt x="62542" y="79189"/>
                        <a:pt x="62211" y="79807"/>
                      </a:cubicBezTo>
                      <a:cubicBezTo>
                        <a:pt x="61880" y="80426"/>
                        <a:pt x="61565" y="81052"/>
                        <a:pt x="61265" y="81686"/>
                      </a:cubicBezTo>
                      <a:cubicBezTo>
                        <a:pt x="60965" y="82321"/>
                        <a:pt x="60681" y="82962"/>
                        <a:pt x="60413" y="83610"/>
                      </a:cubicBezTo>
                      <a:cubicBezTo>
                        <a:pt x="60144" y="84258"/>
                        <a:pt x="59892" y="84912"/>
                        <a:pt x="59656" y="85573"/>
                      </a:cubicBezTo>
                      <a:cubicBezTo>
                        <a:pt x="59419" y="86233"/>
                        <a:pt x="59199" y="86899"/>
                        <a:pt x="58996" y="87570"/>
                      </a:cubicBezTo>
                      <a:cubicBezTo>
                        <a:pt x="58792" y="88241"/>
                        <a:pt x="58605" y="88917"/>
                        <a:pt x="58435" y="89598"/>
                      </a:cubicBezTo>
                      <a:cubicBezTo>
                        <a:pt x="58264" y="90278"/>
                        <a:pt x="58110" y="90962"/>
                        <a:pt x="57974" y="91650"/>
                      </a:cubicBezTo>
                      <a:cubicBezTo>
                        <a:pt x="57837" y="92338"/>
                        <a:pt x="57717" y="93029"/>
                        <a:pt x="57614" y="93723"/>
                      </a:cubicBezTo>
                      <a:cubicBezTo>
                        <a:pt x="57511" y="94417"/>
                        <a:pt x="57425" y="95113"/>
                        <a:pt x="57356" y="95811"/>
                      </a:cubicBezTo>
                      <a:cubicBezTo>
                        <a:pt x="57288" y="96509"/>
                        <a:pt x="57236" y="97209"/>
                        <a:pt x="57202" y="97909"/>
                      </a:cubicBezTo>
                      <a:cubicBezTo>
                        <a:pt x="57167" y="98610"/>
                        <a:pt x="57150" y="99311"/>
                        <a:pt x="57150" y="100013"/>
                      </a:cubicBezTo>
                      <a:cubicBezTo>
                        <a:pt x="57150" y="100714"/>
                        <a:pt x="57167" y="101415"/>
                        <a:pt x="57202" y="102116"/>
                      </a:cubicBezTo>
                      <a:cubicBezTo>
                        <a:pt x="57236" y="102816"/>
                        <a:pt x="57288" y="103516"/>
                        <a:pt x="57356" y="104214"/>
                      </a:cubicBezTo>
                      <a:cubicBezTo>
                        <a:pt x="57425" y="104912"/>
                        <a:pt x="57511" y="105608"/>
                        <a:pt x="57614" y="106302"/>
                      </a:cubicBezTo>
                      <a:cubicBezTo>
                        <a:pt x="57717" y="106996"/>
                        <a:pt x="57837" y="107687"/>
                        <a:pt x="57974" y="108375"/>
                      </a:cubicBezTo>
                      <a:cubicBezTo>
                        <a:pt x="58110" y="109063"/>
                        <a:pt x="58264" y="109747"/>
                        <a:pt x="58435" y="110427"/>
                      </a:cubicBezTo>
                      <a:cubicBezTo>
                        <a:pt x="58605" y="111108"/>
                        <a:pt x="58792" y="111784"/>
                        <a:pt x="58996" y="112455"/>
                      </a:cubicBezTo>
                      <a:cubicBezTo>
                        <a:pt x="59199" y="113126"/>
                        <a:pt x="59419" y="113792"/>
                        <a:pt x="59656" y="114452"/>
                      </a:cubicBezTo>
                      <a:cubicBezTo>
                        <a:pt x="59892" y="115113"/>
                        <a:pt x="60144" y="115767"/>
                        <a:pt x="60413" y="116415"/>
                      </a:cubicBezTo>
                      <a:cubicBezTo>
                        <a:pt x="60681" y="117063"/>
                        <a:pt x="60965" y="117704"/>
                        <a:pt x="61265" y="118339"/>
                      </a:cubicBezTo>
                      <a:cubicBezTo>
                        <a:pt x="61565" y="118973"/>
                        <a:pt x="61880" y="119599"/>
                        <a:pt x="62211" y="120218"/>
                      </a:cubicBezTo>
                      <a:cubicBezTo>
                        <a:pt x="62542" y="120836"/>
                        <a:pt x="62887" y="121447"/>
                        <a:pt x="63248" y="122048"/>
                      </a:cubicBezTo>
                      <a:cubicBezTo>
                        <a:pt x="63609" y="122650"/>
                        <a:pt x="63984" y="123242"/>
                        <a:pt x="64374" y="123826"/>
                      </a:cubicBezTo>
                      <a:cubicBezTo>
                        <a:pt x="64763" y="124409"/>
                        <a:pt x="65167" y="124982"/>
                        <a:pt x="65585" y="125546"/>
                      </a:cubicBezTo>
                      <a:cubicBezTo>
                        <a:pt x="66003" y="126109"/>
                        <a:pt x="66434" y="126662"/>
                        <a:pt x="66879" y="127204"/>
                      </a:cubicBezTo>
                      <a:cubicBezTo>
                        <a:pt x="67324" y="127746"/>
                        <a:pt x="67782" y="128277"/>
                        <a:pt x="68253" y="128797"/>
                      </a:cubicBezTo>
                      <a:cubicBezTo>
                        <a:pt x="68725" y="129317"/>
                        <a:pt x="69208" y="129825"/>
                        <a:pt x="69704" y="130321"/>
                      </a:cubicBezTo>
                      <a:cubicBezTo>
                        <a:pt x="70200" y="130817"/>
                        <a:pt x="70708" y="131300"/>
                        <a:pt x="71228" y="131772"/>
                      </a:cubicBezTo>
                      <a:cubicBezTo>
                        <a:pt x="71748" y="132243"/>
                        <a:pt x="72279" y="132701"/>
                        <a:pt x="72821" y="133146"/>
                      </a:cubicBezTo>
                      <a:cubicBezTo>
                        <a:pt x="73363" y="133591"/>
                        <a:pt x="73916" y="134022"/>
                        <a:pt x="74479" y="134440"/>
                      </a:cubicBezTo>
                      <a:cubicBezTo>
                        <a:pt x="75043" y="134858"/>
                        <a:pt x="75616" y="135262"/>
                        <a:pt x="76199" y="135651"/>
                      </a:cubicBezTo>
                      <a:cubicBezTo>
                        <a:pt x="76783" y="136041"/>
                        <a:pt x="77375" y="136416"/>
                        <a:pt x="77977" y="136777"/>
                      </a:cubicBezTo>
                      <a:cubicBezTo>
                        <a:pt x="78578" y="137138"/>
                        <a:pt x="79189" y="137483"/>
                        <a:pt x="79807" y="137814"/>
                      </a:cubicBezTo>
                      <a:cubicBezTo>
                        <a:pt x="80426" y="138145"/>
                        <a:pt x="81052" y="138460"/>
                        <a:pt x="81686" y="138760"/>
                      </a:cubicBezTo>
                      <a:cubicBezTo>
                        <a:pt x="82321" y="139060"/>
                        <a:pt x="82962" y="139344"/>
                        <a:pt x="83610" y="139612"/>
                      </a:cubicBezTo>
                      <a:cubicBezTo>
                        <a:pt x="84258" y="139881"/>
                        <a:pt x="84912" y="140133"/>
                        <a:pt x="85573" y="140369"/>
                      </a:cubicBezTo>
                      <a:cubicBezTo>
                        <a:pt x="86233" y="140606"/>
                        <a:pt x="86899" y="140826"/>
                        <a:pt x="87570" y="141029"/>
                      </a:cubicBezTo>
                      <a:cubicBezTo>
                        <a:pt x="88241" y="141233"/>
                        <a:pt x="88917" y="141420"/>
                        <a:pt x="89598" y="141590"/>
                      </a:cubicBezTo>
                      <a:cubicBezTo>
                        <a:pt x="90278" y="141761"/>
                        <a:pt x="90962" y="141915"/>
                        <a:pt x="91650" y="142051"/>
                      </a:cubicBezTo>
                      <a:cubicBezTo>
                        <a:pt x="92338" y="142188"/>
                        <a:pt x="93029" y="142308"/>
                        <a:pt x="93723" y="142411"/>
                      </a:cubicBezTo>
                      <a:cubicBezTo>
                        <a:pt x="94417" y="142514"/>
                        <a:pt x="95113" y="142600"/>
                        <a:pt x="95811" y="142669"/>
                      </a:cubicBezTo>
                      <a:cubicBezTo>
                        <a:pt x="96509" y="142737"/>
                        <a:pt x="97209" y="142789"/>
                        <a:pt x="97909" y="142823"/>
                      </a:cubicBezTo>
                      <a:cubicBezTo>
                        <a:pt x="98610" y="142858"/>
                        <a:pt x="99311" y="142875"/>
                        <a:pt x="100013" y="142875"/>
                      </a:cubicBezTo>
                      <a:cubicBezTo>
                        <a:pt x="100714" y="142875"/>
                        <a:pt x="101415" y="142858"/>
                        <a:pt x="102116" y="142823"/>
                      </a:cubicBezTo>
                      <a:cubicBezTo>
                        <a:pt x="102816" y="142789"/>
                        <a:pt x="103516" y="142737"/>
                        <a:pt x="104214" y="142669"/>
                      </a:cubicBezTo>
                      <a:cubicBezTo>
                        <a:pt x="104912" y="142600"/>
                        <a:pt x="105608" y="142514"/>
                        <a:pt x="106302" y="142411"/>
                      </a:cubicBezTo>
                      <a:cubicBezTo>
                        <a:pt x="106996" y="142308"/>
                        <a:pt x="107687" y="142188"/>
                        <a:pt x="108375" y="142051"/>
                      </a:cubicBezTo>
                      <a:cubicBezTo>
                        <a:pt x="109063" y="141915"/>
                        <a:pt x="109747" y="141761"/>
                        <a:pt x="110427" y="141590"/>
                      </a:cubicBezTo>
                      <a:cubicBezTo>
                        <a:pt x="111108" y="141420"/>
                        <a:pt x="111784" y="141233"/>
                        <a:pt x="112455" y="141029"/>
                      </a:cubicBezTo>
                      <a:cubicBezTo>
                        <a:pt x="113126" y="140826"/>
                        <a:pt x="113792" y="140606"/>
                        <a:pt x="114452" y="140369"/>
                      </a:cubicBezTo>
                      <a:cubicBezTo>
                        <a:pt x="115113" y="140133"/>
                        <a:pt x="115767" y="139881"/>
                        <a:pt x="116415" y="139612"/>
                      </a:cubicBezTo>
                      <a:cubicBezTo>
                        <a:pt x="117063" y="139344"/>
                        <a:pt x="117704" y="139060"/>
                        <a:pt x="118339" y="138760"/>
                      </a:cubicBezTo>
                      <a:cubicBezTo>
                        <a:pt x="118973" y="138460"/>
                        <a:pt x="119599" y="138145"/>
                        <a:pt x="120218" y="137814"/>
                      </a:cubicBezTo>
                      <a:cubicBezTo>
                        <a:pt x="120836" y="137483"/>
                        <a:pt x="121447" y="137138"/>
                        <a:pt x="122048" y="136777"/>
                      </a:cubicBezTo>
                      <a:cubicBezTo>
                        <a:pt x="122650" y="136416"/>
                        <a:pt x="123242" y="136041"/>
                        <a:pt x="123826" y="135651"/>
                      </a:cubicBezTo>
                      <a:cubicBezTo>
                        <a:pt x="124409" y="135262"/>
                        <a:pt x="124982" y="134858"/>
                        <a:pt x="125546" y="134440"/>
                      </a:cubicBezTo>
                      <a:cubicBezTo>
                        <a:pt x="126109" y="134022"/>
                        <a:pt x="126662" y="133591"/>
                        <a:pt x="127204" y="133146"/>
                      </a:cubicBezTo>
                      <a:cubicBezTo>
                        <a:pt x="127746" y="132701"/>
                        <a:pt x="128277" y="132243"/>
                        <a:pt x="128797" y="131772"/>
                      </a:cubicBezTo>
                      <a:cubicBezTo>
                        <a:pt x="129317" y="131300"/>
                        <a:pt x="129825" y="130817"/>
                        <a:pt x="130321" y="130321"/>
                      </a:cubicBezTo>
                      <a:cubicBezTo>
                        <a:pt x="130817" y="129825"/>
                        <a:pt x="131300" y="129317"/>
                        <a:pt x="131772" y="128797"/>
                      </a:cubicBezTo>
                      <a:cubicBezTo>
                        <a:pt x="132243" y="128277"/>
                        <a:pt x="132701" y="127746"/>
                        <a:pt x="133146" y="127204"/>
                      </a:cubicBezTo>
                      <a:cubicBezTo>
                        <a:pt x="133591" y="126662"/>
                        <a:pt x="134022" y="126109"/>
                        <a:pt x="134440" y="125546"/>
                      </a:cubicBezTo>
                      <a:cubicBezTo>
                        <a:pt x="134858" y="124982"/>
                        <a:pt x="135262" y="124409"/>
                        <a:pt x="135651" y="123826"/>
                      </a:cubicBezTo>
                      <a:cubicBezTo>
                        <a:pt x="136041" y="123242"/>
                        <a:pt x="136416" y="122650"/>
                        <a:pt x="136777" y="122048"/>
                      </a:cubicBezTo>
                      <a:cubicBezTo>
                        <a:pt x="137138" y="121447"/>
                        <a:pt x="137483" y="120836"/>
                        <a:pt x="137814" y="120218"/>
                      </a:cubicBezTo>
                      <a:cubicBezTo>
                        <a:pt x="138145" y="119599"/>
                        <a:pt x="138460" y="118973"/>
                        <a:pt x="138760" y="118339"/>
                      </a:cubicBezTo>
                      <a:cubicBezTo>
                        <a:pt x="139060" y="117704"/>
                        <a:pt x="139344" y="117063"/>
                        <a:pt x="139612" y="116415"/>
                      </a:cubicBezTo>
                      <a:cubicBezTo>
                        <a:pt x="139881" y="115767"/>
                        <a:pt x="140133" y="115113"/>
                        <a:pt x="140369" y="114452"/>
                      </a:cubicBezTo>
                      <a:cubicBezTo>
                        <a:pt x="140606" y="113792"/>
                        <a:pt x="140826" y="113126"/>
                        <a:pt x="141029" y="112455"/>
                      </a:cubicBezTo>
                      <a:cubicBezTo>
                        <a:pt x="141233" y="111784"/>
                        <a:pt x="141420" y="111108"/>
                        <a:pt x="141590" y="110427"/>
                      </a:cubicBezTo>
                      <a:cubicBezTo>
                        <a:pt x="141761" y="109747"/>
                        <a:pt x="141915" y="109063"/>
                        <a:pt x="142051" y="108375"/>
                      </a:cubicBezTo>
                      <a:cubicBezTo>
                        <a:pt x="142188" y="107687"/>
                        <a:pt x="142308" y="106996"/>
                        <a:pt x="142411" y="106302"/>
                      </a:cubicBezTo>
                      <a:cubicBezTo>
                        <a:pt x="142514" y="105608"/>
                        <a:pt x="142600" y="104912"/>
                        <a:pt x="142669" y="104214"/>
                      </a:cubicBezTo>
                      <a:cubicBezTo>
                        <a:pt x="142737" y="103516"/>
                        <a:pt x="142789" y="102816"/>
                        <a:pt x="142823" y="102116"/>
                      </a:cubicBezTo>
                      <a:cubicBezTo>
                        <a:pt x="142858" y="101415"/>
                        <a:pt x="142875" y="100714"/>
                        <a:pt x="142875" y="1000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2" name="文本框 31"/>
            <p:cNvSpPr txBox="1"/>
            <p:nvPr/>
          </p:nvSpPr>
          <p:spPr>
            <a:xfrm>
              <a:off x="3214235" y="2070677"/>
              <a:ext cx="5764546" cy="2769199"/>
            </a:xfrm>
            <a:prstGeom prst="rect">
              <a:avLst/>
            </a:prstGeom>
            <a:noFill/>
          </p:spPr>
          <p:txBody>
            <a:bodyPr wrap="square" rtlCol="0" anchor="ctr">
              <a:normAutofit fontScale="70000"/>
            </a:bodyPr>
            <a:lstStyle/>
            <a:p>
              <a:pPr algn="l">
                <a:lnSpc>
                  <a:spcPct val="170000"/>
                </a:lnSpc>
              </a:pP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•</a:t>
              </a:r>
              <a:r>
                <a:rPr lang="zh-CN" altLang="en-US" sz="1700" b="1" dirty="0">
                  <a:latin typeface="微软雅黑" panose="020B0503020204020204" charset="-122"/>
                  <a:ea typeface="微软雅黑" panose="020B0503020204020204" charset="-122"/>
                </a:rPr>
                <a:t> No Augmentation是最优结果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 → 数据集规模已足够，增强引入的噪声大于收益，且强增强中的裁剪、旋转、网格畸变会破坏连续性</a:t>
              </a:r>
              <a:b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• </a:t>
              </a:r>
              <a:r>
                <a:rPr lang="zh-CN" altLang="en-US" sz="1700" b="1" dirty="0">
                  <a:latin typeface="微软雅黑" panose="020B0503020204020204" charset="-122"/>
                  <a:ea typeface="微软雅黑" panose="020B0503020204020204" charset="-122"/>
                </a:rPr>
                <a:t>Loss_Dice_Heavy 处于第二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（72.4%） → 损失调优有正向作用，BCE 对每个像素独立计算损失，多数类（背景 + Class 3）的梯度贡献占绝对主导，而Dice Loss 直接计算区域重叠，不受类别样本数量影响</a:t>
              </a:r>
              <a:b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• </a:t>
              </a:r>
              <a:r>
                <a:rPr lang="zh-CN" altLang="en-US" sz="1700" b="1" dirty="0">
                  <a:latin typeface="微软雅黑" panose="020B0503020204020204" charset="-122"/>
                  <a:ea typeface="微软雅黑" panose="020B0503020204020204" charset="-122"/>
                </a:rPr>
                <a:t>ResNet50提升有限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 → 说明换编码器有收益，但不如去掉增强或调损失权重。在约 </a:t>
              </a:r>
              <a:r>
                <a:rPr lang="en-US" altLang="zh-CN" sz="1700" dirty="0"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0 小时完成全部 </a:t>
              </a:r>
              <a:r>
                <a:rPr lang="en-US" altLang="zh-CN" sz="1700" dirty="0"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 组实验的算力约束下，</a:t>
              </a:r>
              <a:r>
                <a:rPr lang="en-US" altLang="zh-CN" sz="1700" dirty="0">
                  <a:latin typeface="微软雅黑" panose="020B0503020204020204" charset="-122"/>
                  <a:ea typeface="微软雅黑" panose="020B0503020204020204" charset="-122"/>
                </a:rPr>
                <a:t>ResNet34 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仍是综合最优选择</a:t>
              </a:r>
              <a:b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• </a:t>
              </a:r>
              <a:r>
                <a:rPr lang="zh-CN" altLang="en-US" sz="1700" b="1" dirty="0">
                  <a:latin typeface="微软雅黑" panose="020B0503020204020204" charset="-122"/>
                  <a:ea typeface="微软雅黑" panose="020B0503020204020204" charset="-122"/>
                </a:rPr>
                <a:t>E5 &lt; E0</a:t>
              </a:r>
              <a:r>
                <a:rPr lang="zh-CN" altLang="en-US" sz="1700" dirty="0">
                  <a:latin typeface="微软雅黑" panose="020B0503020204020204" charset="-122"/>
                  <a:ea typeface="微软雅黑" panose="020B0503020204020204" charset="-122"/>
                </a:rPr>
                <a:t> → 说明学习率调度对此任务不是“锦上添花”，而是“必需品”</a:t>
              </a:r>
              <a:endParaRPr lang="zh-CN" altLang="en-US" sz="17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>
                <a:lnSpc>
                  <a:spcPct val="170000"/>
                </a:lnSpc>
              </a:pPr>
              <a:endParaRPr lang="zh-CN" altLang="en-US" sz="1700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挑战与</a:t>
            </a:r>
            <a:r>
              <a:rPr lang="zh-CN" altLang="en-US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sym typeface="+mn-ea"/>
              </a:rPr>
              <a:t>教训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Rounded Rectangle 3"/>
          <p:cNvSpPr/>
          <p:nvPr/>
        </p:nvSpPr>
        <p:spPr>
          <a:xfrm>
            <a:off x="457200" y="1388110"/>
            <a:ext cx="3657600" cy="457327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640080" y="2365375"/>
            <a:ext cx="3291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accent6">
                    <a:lumMod val="75000"/>
                  </a:schemeClr>
                </a:solidFill>
              </a:rPr>
              <a:t>❌</a:t>
            </a:r>
            <a:r>
              <a:rPr sz="1800">
                <a:solidFill>
                  <a:schemeClr val="tx1"/>
                </a:solidFill>
              </a:rPr>
              <a:t> Submission格式错误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640080" y="2914015"/>
            <a:ext cx="3291840" cy="1193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早期提交文件中，列名使用了三列格式</a:t>
            </a: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（image_id, EncodedPixels, class_id）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每张图只输出1行（应为4行）</a:t>
            </a:r>
            <a:r>
              <a:rPr 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行数不足：5,506行 vs 官方要求22,024行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最终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Kaggle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提交失败，前期约 20 小时的训练和推理工作无法获得有效评分。</a:t>
            </a:r>
            <a:endParaRPr lang="zh-CN" altLang="en-US"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6"/>
          <p:cNvSpPr/>
          <p:nvPr/>
        </p:nvSpPr>
        <p:spPr>
          <a:xfrm>
            <a:off x="548640" y="4377055"/>
            <a:ext cx="3291840" cy="1078865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640080" y="4514215"/>
            <a:ext cx="31089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chemeClr val="tx1"/>
                </a:solidFill>
                <a:ea typeface="微软雅黑" panose="020B0503020204020204" charset="-122"/>
              </a:rPr>
              <a:t>教训：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完成模型训练后，不应急于提交，而应首先仔细阅读并理解 </a:t>
            </a:r>
            <a:r>
              <a:rPr lang="en-US" altLang="zh-CN" sz="1200" b="1">
                <a:solidFill>
                  <a:schemeClr val="tx1"/>
                </a:solidFill>
                <a:ea typeface="微软雅黑" panose="020B0503020204020204" charset="-122"/>
              </a:rPr>
              <a:t>Kaggle 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官方提交格式说明。应在训练之前就将提交格式的验证作为工程流程中的一个独立步骤</a:t>
            </a:r>
            <a:endParaRPr lang="zh-CN" altLang="en-US" sz="1200" b="1">
              <a:solidFill>
                <a:schemeClr val="tx1"/>
              </a:solidFill>
              <a:ea typeface="微软雅黑" panose="020B0503020204020204" charset="-122"/>
            </a:endParaRPr>
          </a:p>
        </p:txBody>
      </p:sp>
      <p:sp>
        <p:nvSpPr>
          <p:cNvPr id="24" name="Rounded Rectangle 8"/>
          <p:cNvSpPr/>
          <p:nvPr>
            <p:custDataLst>
              <p:tags r:id="rId7"/>
            </p:custDataLst>
          </p:nvPr>
        </p:nvSpPr>
        <p:spPr>
          <a:xfrm>
            <a:off x="4297680" y="1389380"/>
            <a:ext cx="3657600" cy="457835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9"/>
          <p:cNvSpPr txBox="1"/>
          <p:nvPr>
            <p:custDataLst>
              <p:tags r:id="rId8"/>
            </p:custDataLst>
          </p:nvPr>
        </p:nvSpPr>
        <p:spPr>
          <a:xfrm>
            <a:off x="4480560" y="2365375"/>
            <a:ext cx="3291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accent6">
                    <a:lumMod val="75000"/>
                  </a:schemeClr>
                </a:solidFill>
              </a:rPr>
              <a:t>❌ </a:t>
            </a:r>
            <a:r>
              <a:rPr sz="1800">
                <a:solidFill>
                  <a:schemeClr val="tx1"/>
                </a:solidFill>
              </a:rPr>
              <a:t>增强策略选择困难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27" name="TextBox 10"/>
          <p:cNvSpPr txBox="1"/>
          <p:nvPr>
            <p:custDataLst>
              <p:tags r:id="rId9"/>
            </p:custDataLst>
          </p:nvPr>
        </p:nvSpPr>
        <p:spPr>
          <a:xfrm>
            <a:off x="4480560" y="2914015"/>
            <a:ext cx="329184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认为增加数据增强的强度必然有助于提升模型的泛化能力，然而，实验结果表明，无数据增强方案在验证集上的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Dice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达到了 72.9%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强增强可能破坏细长缺陷的纹理连续性</a:t>
            </a:r>
            <a:r>
              <a:rPr 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这些被扭曲的缺陷模式在测试集的真实分布中并不存在，导致模型泛化能力下降。</a:t>
            </a:r>
            <a:endParaRPr lang="zh-CN" altLang="en-US"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11"/>
          <p:cNvSpPr/>
          <p:nvPr>
            <p:custDataLst>
              <p:tags r:id="rId10"/>
            </p:custDataLst>
          </p:nvPr>
        </p:nvSpPr>
        <p:spPr>
          <a:xfrm>
            <a:off x="4389120" y="4377055"/>
            <a:ext cx="3291840" cy="1078865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2"/>
          <p:cNvSpPr txBox="1"/>
          <p:nvPr>
            <p:custDataLst>
              <p:tags r:id="rId11"/>
            </p:custDataLst>
          </p:nvPr>
        </p:nvSpPr>
        <p:spPr>
          <a:xfrm>
            <a:off x="4480560" y="4514215"/>
            <a:ext cx="31089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chemeClr val="tx1"/>
                </a:solidFill>
                <a:ea typeface="微软雅黑" panose="020B0503020204020204" charset="-122"/>
              </a:rPr>
              <a:t>教训：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数据增强策略必须与任务的数据分布相匹配，不能简单地认为“增强越多越好”。</a:t>
            </a:r>
            <a:endParaRPr lang="zh-CN" altLang="en-US" sz="1200" b="1">
              <a:solidFill>
                <a:schemeClr val="tx1"/>
              </a:solidFill>
              <a:ea typeface="微软雅黑" panose="020B0503020204020204" charset="-122"/>
            </a:endParaRPr>
          </a:p>
        </p:txBody>
      </p:sp>
      <p:sp>
        <p:nvSpPr>
          <p:cNvPr id="30" name="Rounded Rectangle 13"/>
          <p:cNvSpPr/>
          <p:nvPr>
            <p:custDataLst>
              <p:tags r:id="rId12"/>
            </p:custDataLst>
          </p:nvPr>
        </p:nvSpPr>
        <p:spPr>
          <a:xfrm>
            <a:off x="8138160" y="1390650"/>
            <a:ext cx="3657600" cy="45770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14"/>
          <p:cNvSpPr txBox="1"/>
          <p:nvPr>
            <p:custDataLst>
              <p:tags r:id="rId13"/>
            </p:custDataLst>
          </p:nvPr>
        </p:nvSpPr>
        <p:spPr>
          <a:xfrm>
            <a:off x="8321040" y="2365375"/>
            <a:ext cx="3291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accent6">
                    <a:lumMod val="75000"/>
                  </a:schemeClr>
                </a:solidFill>
              </a:rPr>
              <a:t>❌ </a:t>
            </a:r>
            <a:r>
              <a:rPr sz="1800">
                <a:solidFill>
                  <a:schemeClr val="tx1"/>
                </a:solidFill>
              </a:rPr>
              <a:t>Kaggle环境兼容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32" name="TextBox 15"/>
          <p:cNvSpPr txBox="1"/>
          <p:nvPr>
            <p:custDataLst>
              <p:tags r:id="rId14"/>
            </p:custDataLst>
          </p:nvPr>
        </p:nvSpPr>
        <p:spPr>
          <a:xfrm>
            <a:off x="8321040" y="2914015"/>
            <a:ext cx="329184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在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Kaggle Notebook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上训练过程中，部分会话分配到了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P100 GPU。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由于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P100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的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CUDA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计算能力为 6.0，而某些版本的 </a:t>
            </a:r>
            <a:r>
              <a:rPr lang="en-US" alt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PyTorch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编译时默认支持更高计算能力，导致训练时出现 错误，训练被迫中断。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这些问题与模型算法无关，完全是运行环境导致。</a:t>
            </a:r>
            <a:endParaRPr lang="zh-CN" altLang="en-US"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Rounded Rectangle 16"/>
          <p:cNvSpPr/>
          <p:nvPr>
            <p:custDataLst>
              <p:tags r:id="rId15"/>
            </p:custDataLst>
          </p:nvPr>
        </p:nvSpPr>
        <p:spPr>
          <a:xfrm>
            <a:off x="8229600" y="4377055"/>
            <a:ext cx="3291840" cy="8229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17"/>
          <p:cNvSpPr txBox="1"/>
          <p:nvPr>
            <p:custDataLst>
              <p:tags r:id="rId16"/>
            </p:custDataLst>
          </p:nvPr>
        </p:nvSpPr>
        <p:spPr>
          <a:xfrm>
            <a:off x="8321040" y="4514215"/>
            <a:ext cx="31089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chemeClr val="tx1"/>
                </a:solidFill>
                <a:ea typeface="微软雅黑" panose="020B0503020204020204" charset="-122"/>
              </a:rPr>
              <a:t>教训：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在项目启动阶段，就应完成 </a:t>
            </a:r>
            <a:r>
              <a:rPr lang="en-US" altLang="zh-CN" sz="1200" b="1">
                <a:solidFill>
                  <a:schemeClr val="tx1"/>
                </a:solidFill>
                <a:ea typeface="微软雅黑" panose="020B0503020204020204" charset="-122"/>
              </a:rPr>
              <a:t>Kaggle Notebook 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的环境验证工作，确认 </a:t>
            </a:r>
            <a:r>
              <a:rPr lang="en-US" altLang="zh-CN" sz="1200" b="1">
                <a:solidFill>
                  <a:schemeClr val="tx1"/>
                </a:solidFill>
                <a:ea typeface="微软雅黑" panose="020B0503020204020204" charset="-122"/>
              </a:rPr>
              <a:t>GPU 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类型、</a:t>
            </a:r>
            <a:r>
              <a:rPr lang="en-US" altLang="zh-CN" sz="1200" b="1">
                <a:solidFill>
                  <a:schemeClr val="tx1"/>
                </a:solidFill>
                <a:ea typeface="微软雅黑" panose="020B0503020204020204" charset="-122"/>
              </a:rPr>
              <a:t>PyTorch 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版本以及 </a:t>
            </a:r>
            <a:r>
              <a:rPr lang="en-US" altLang="zh-CN" sz="1200" b="1">
                <a:solidFill>
                  <a:schemeClr val="tx1"/>
                </a:solidFill>
                <a:ea typeface="微软雅黑" panose="020B0503020204020204" charset="-122"/>
              </a:rPr>
              <a:t>CUDA </a:t>
            </a:r>
            <a:r>
              <a:rPr lang="zh-CN" altLang="en-US" sz="1200" b="1">
                <a:solidFill>
                  <a:schemeClr val="tx1"/>
                </a:solidFill>
                <a:ea typeface="微软雅黑" panose="020B0503020204020204" charset="-122"/>
              </a:rPr>
              <a:t>兼容性。</a:t>
            </a:r>
            <a:endParaRPr lang="zh-CN" altLang="en-US" sz="1200" b="1">
              <a:solidFill>
                <a:schemeClr val="tx1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7132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 altLang="en-US">
                <a:solidFill>
                  <a:srgbClr val="17375E"/>
                </a:solidFill>
                <a:sym typeface="+mn-ea"/>
              </a:rPr>
              <a:t>资源与经费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graphicFrame>
        <p:nvGraphicFramePr>
          <p:cNvPr id="12" name="Table 4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551430" y="1554480"/>
          <a:ext cx="7087870" cy="290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940"/>
                <a:gridCol w="2820035"/>
                <a:gridCol w="2334895"/>
              </a:tblGrid>
              <a:tr h="5886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类别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平台/工具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金额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GPU算力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本地</a:t>
                      </a:r>
                      <a:r>
                        <a:rPr lang="en-US" altLang="zh-CN"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RTX 4060 + Kaggle</a:t>
                      </a:r>
                      <a:r>
                        <a:rPr lang="zh-CN" altLang="en-US"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免费</a:t>
                      </a:r>
                      <a:r>
                        <a:rPr lang="en-US" altLang="zh-CN"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GPU</a:t>
                      </a:r>
                      <a:r>
                        <a:rPr lang="zh-CN" altLang="en-US"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完成，未额外租用服务器</a:t>
                      </a:r>
                      <a:endParaRPr lang="zh-CN" altLang="en-US"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0元（约</a:t>
                      </a:r>
                      <a:r>
                        <a:rPr lang="en-US"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40</a:t>
                      </a: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小时）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智能体服务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Codex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20美元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API额度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Token服务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100元（未用完）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</a:rPr>
                        <a:t>合计</a:t>
                      </a:r>
                      <a:endParaRPr sz="14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ea typeface="微软雅黑" panose="020B0503020204020204" charset="-122"/>
                          <a:cs typeface="微软雅黑" panose="020B0503020204020204" charset="-122"/>
                        </a:rPr>
                        <a:t>20美元 + 100元</a:t>
                      </a:r>
                      <a:endParaRPr sz="14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3968115" y="4932045"/>
            <a:ext cx="4288790" cy="7346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成本控制：整体支出</a:t>
            </a: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远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低于500元经费额度，在较低成本下完成了全部</a:t>
            </a:r>
            <a:r>
              <a:rPr 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组消融实验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>
            <p:custDataLst>
              <p:tags r:id="rId3"/>
            </p:custDataLst>
          </p:nvPr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93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04</a:t>
            </a:r>
            <a:endParaRPr kumimoji="0" lang="en-US" altLang="zh-CN" sz="93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>
            <p:custDataLst>
              <p:tags r:id="rId4"/>
            </p:custDataLst>
          </p:nvPr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协作与总结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>
              <p:custDataLst>
                <p:tags r:id="rId5"/>
              </p:custDataLst>
            </p:nvPr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6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>
                <a:solidFill>
                  <a:srgbClr val="17375E"/>
                </a:solidFill>
                <a:sym typeface="+mn-ea"/>
              </a:rPr>
              <a:t>智能体</a:t>
            </a:r>
            <a:r>
              <a:rPr lang="zh-CN">
                <a:solidFill>
                  <a:srgbClr val="17375E"/>
                </a:solidFill>
                <a:sym typeface="+mn-ea"/>
              </a:rPr>
              <a:t>使用</a:t>
            </a:r>
            <a:endParaRPr lang="zh-CN">
              <a:solidFill>
                <a:srgbClr val="17375E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3460" y="1450975"/>
            <a:ext cx="5029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使用的工具</a:t>
            </a:r>
            <a:endParaRPr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078230" y="1951355"/>
          <a:ext cx="503618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175"/>
                <a:gridCol w="274701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工具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说明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242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Codex</a:t>
                      </a:r>
                      <a:endParaRPr sz="1200" b="1">
                        <a:solidFill>
                          <a:schemeClr val="tx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项目规划、代码辅助、实验分析、报告整理</a:t>
                      </a:r>
                      <a:endParaRPr sz="1200" b="1">
                        <a:solidFill>
                          <a:schemeClr val="tx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Trae IDE（内置智能体）</a:t>
                      </a:r>
                      <a:endParaRPr sz="1200" b="1">
                        <a:solidFill>
                          <a:schemeClr val="tx1"/>
                        </a:solidFill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数据分析、格式纠偏、代码修改说明</a:t>
                      </a:r>
                      <a:endParaRPr sz="1200" b="1">
                        <a:solidFill>
                          <a:schemeClr val="tx1"/>
                        </a:solidFill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230" y="3415665"/>
            <a:ext cx="5029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rPr sz="1800">
                <a:ea typeface="微软雅黑" panose="020B0503020204020204" charset="-122"/>
              </a:rPr>
              <a:t>用智能体做了什么</a:t>
            </a:r>
            <a:endParaRPr sz="1800">
              <a:ea typeface="微软雅黑" panose="020B0503020204020204" charset="-122"/>
            </a:endParaRPr>
          </a:p>
        </p:txBody>
      </p:sp>
      <p:sp>
        <p:nvSpPr>
          <p:cNvPr id="2" name="Rounded Rectangle 6"/>
          <p:cNvSpPr/>
          <p:nvPr/>
        </p:nvSpPr>
        <p:spPr>
          <a:xfrm>
            <a:off x="669290" y="4110990"/>
            <a:ext cx="5847080" cy="195199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7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8685" y="4488815"/>
            <a:ext cx="5800090" cy="1377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600" b="1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项目规划与分工</a:t>
            </a: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：梳理任务、设计01/02/03/04分工</a:t>
            </a:r>
            <a:b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600" b="1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数据与代码辅助</a:t>
            </a: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：RLE编解码、Dataset结构、训练脚本</a:t>
            </a:r>
            <a:b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600" b="1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格式检查与修复</a:t>
            </a: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：发现submission格式问题</a:t>
            </a:r>
            <a:b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600" b="1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消融实验设计</a:t>
            </a: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：设计</a:t>
            </a:r>
            <a:r>
              <a:rPr lang="en-US"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6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组对照实验方案</a:t>
            </a:r>
            <a:br>
              <a:rPr sz="1400">
                <a:ea typeface="微软雅黑" panose="020B0503020204020204" charset="-122"/>
                <a:cs typeface="微软雅黑" panose="020B0503020204020204" charset="-122"/>
              </a:rPr>
            </a:br>
            <a:endParaRPr sz="1400"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8"/>
          <a:srcRect l="34847" t="13295" r="20679"/>
          <a:stretch>
            <a:fillRect/>
          </a:stretch>
        </p:blipFill>
        <p:spPr>
          <a:xfrm>
            <a:off x="6965315" y="1450975"/>
            <a:ext cx="4421505" cy="4686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67840" y="6397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en-US" altLang="zh-CN">
                <a:solidFill>
                  <a:srgbClr val="17375E"/>
                </a:solidFill>
                <a:sym typeface="+mn-ea"/>
              </a:rPr>
              <a:t>Prompt</a:t>
            </a:r>
            <a:r>
              <a:rPr lang="zh-CN" altLang="en-US">
                <a:solidFill>
                  <a:srgbClr val="17375E"/>
                </a:solidFill>
                <a:sym typeface="+mn-ea"/>
              </a:rPr>
              <a:t>迭代</a:t>
            </a:r>
            <a:endParaRPr lang="zh-CN" altLang="en-US">
              <a:solidFill>
                <a:srgbClr val="17375E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9410" y="1196975"/>
            <a:ext cx="11473180" cy="512445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1677597" y="1470131"/>
            <a:ext cx="2498818" cy="779295"/>
            <a:chOff x="827467" y="3115218"/>
            <a:chExt cx="1915595" cy="597408"/>
          </a:xfrm>
          <a:solidFill>
            <a:srgbClr val="0675A0"/>
          </a:solidFill>
        </p:grpSpPr>
        <p:sp>
          <p:nvSpPr>
            <p:cNvPr id="4" name="矩形 3"/>
            <p:cNvSpPr/>
            <p:nvPr>
              <p:custDataLst>
                <p:tags r:id="rId8"/>
              </p:custDataLst>
            </p:nvPr>
          </p:nvSpPr>
          <p:spPr>
            <a:xfrm>
              <a:off x="827467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9"/>
              </p:custDataLst>
            </p:nvPr>
          </p:nvSpPr>
          <p:spPr>
            <a:xfrm>
              <a:off x="936508" y="3260769"/>
              <a:ext cx="1582558" cy="282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 sz="1200" b="1">
                  <a:solidFill>
                    <a:srgbClr val="F7931E"/>
                  </a:solidFill>
                  <a:latin typeface="微软雅黑" panose="020B0503020204020204" charset="-122"/>
                </a:defRPr>
              </a:pPr>
              <a:r>
                <a:rPr sz="1800">
                  <a:solidFill>
                    <a:schemeClr val="bg1"/>
                  </a:solidFill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案例1：项目规划</a:t>
              </a:r>
              <a:endParaRPr lang="zh-CN" altLang="en-US" sz="1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10"/>
            </p:custDataLst>
          </p:nvPr>
        </p:nvGrpSpPr>
        <p:grpSpPr>
          <a:xfrm>
            <a:off x="5076233" y="1470131"/>
            <a:ext cx="2498818" cy="835025"/>
            <a:chOff x="3970073" y="2147212"/>
            <a:chExt cx="1915595" cy="640131"/>
          </a:xfrm>
        </p:grpSpPr>
        <p:sp>
          <p:nvSpPr>
            <p:cNvPr id="8" name="矩形 7"/>
            <p:cNvSpPr/>
            <p:nvPr>
              <p:custDataLst>
                <p:tags r:id="rId11"/>
              </p:custDataLst>
            </p:nvPr>
          </p:nvSpPr>
          <p:spPr>
            <a:xfrm>
              <a:off x="397007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2"/>
              </p:custDataLst>
            </p:nvPr>
          </p:nvSpPr>
          <p:spPr>
            <a:xfrm>
              <a:off x="4024594" y="2292763"/>
              <a:ext cx="1845913" cy="494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案例2：</a:t>
              </a:r>
              <a:r>
                <a:rPr lang="en-US" altLang="zh-CN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RLE</a:t>
              </a: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编码</a:t>
              </a:r>
              <a:endParaRPr lang="en-US" altLang="zh-CN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endParaRPr lang="en-US" altLang="zh-CN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3"/>
            </p:custDataLst>
          </p:nvPr>
        </p:nvGrpSpPr>
        <p:grpSpPr>
          <a:xfrm>
            <a:off x="8030369" y="1470131"/>
            <a:ext cx="3106420" cy="835025"/>
            <a:chOff x="5255044" y="3115218"/>
            <a:chExt cx="2381383" cy="640131"/>
          </a:xfrm>
          <a:solidFill>
            <a:srgbClr val="C00000"/>
          </a:solidFill>
        </p:grpSpPr>
        <p:sp>
          <p:nvSpPr>
            <p:cNvPr id="10" name="矩形 9"/>
            <p:cNvSpPr/>
            <p:nvPr>
              <p:custDataLst>
                <p:tags r:id="rId14"/>
              </p:custDataLst>
            </p:nvPr>
          </p:nvSpPr>
          <p:spPr>
            <a:xfrm>
              <a:off x="5534462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文本框 21"/>
            <p:cNvSpPr txBox="1"/>
            <p:nvPr>
              <p:custDataLst>
                <p:tags r:id="rId15"/>
              </p:custDataLst>
            </p:nvPr>
          </p:nvSpPr>
          <p:spPr>
            <a:xfrm>
              <a:off x="5255044" y="3260769"/>
              <a:ext cx="2381383" cy="494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案例3：消融实验设计</a:t>
              </a:r>
              <a:endParaRPr lang="zh-CN" altLang="en-US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endParaRPr lang="zh-CN" altLang="en-US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1696720" y="2430145"/>
            <a:ext cx="2498725" cy="2563495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17"/>
            </p:custDataLst>
          </p:nvPr>
        </p:nvSpPr>
        <p:spPr>
          <a:xfrm>
            <a:off x="5055870" y="2430145"/>
            <a:ext cx="2498725" cy="2563495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>
            <p:custDataLst>
              <p:tags r:id="rId18"/>
            </p:custDataLst>
          </p:nvPr>
        </p:nvSpPr>
        <p:spPr>
          <a:xfrm>
            <a:off x="8409940" y="2430145"/>
            <a:ext cx="2498725" cy="256286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24"/>
          <p:cNvSpPr txBox="1"/>
          <p:nvPr>
            <p:custDataLst>
              <p:tags r:id="rId19"/>
            </p:custDataLst>
          </p:nvPr>
        </p:nvSpPr>
        <p:spPr>
          <a:xfrm>
            <a:off x="1768475" y="2464435"/>
            <a:ext cx="23393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初始："帮助规划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Severstal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项目" → 太泛</a:t>
            </a:r>
            <a:b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迭代：加入评分标准、算力约束、分工 → 生成可执行计划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24"/>
          <p:cNvSpPr txBox="1"/>
          <p:nvPr>
            <p:custDataLst>
              <p:tags r:id="rId20"/>
            </p:custDataLst>
          </p:nvPr>
        </p:nvSpPr>
        <p:spPr>
          <a:xfrm>
            <a:off x="5056055" y="2464418"/>
            <a:ext cx="235469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初始："实现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RLE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编解码" → 遗漏列优先/空值</a:t>
            </a:r>
            <a:b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迭代：明确格式要求+单元测试 → 代码更健壮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24"/>
          <p:cNvSpPr txBox="1"/>
          <p:nvPr>
            <p:custDataLst>
              <p:tags r:id="rId21"/>
            </p:custDataLst>
          </p:nvPr>
        </p:nvSpPr>
        <p:spPr>
          <a:xfrm>
            <a:off x="8415655" y="2464435"/>
            <a:ext cx="24257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初始："设计消融实验" → 方向泛，无严谨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b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迭代：要求5组+单一变量+记录方式 → 形成完整对照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9"/>
          <p:cNvSpPr txBox="1"/>
          <p:nvPr/>
        </p:nvSpPr>
        <p:spPr>
          <a:xfrm>
            <a:off x="1677035" y="5669280"/>
            <a:ext cx="92316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</a:rPr>
              <a:t>Prompt中加入评分标准、算力约束、交付物后，输出从"泛"变为"可执行"。数据格式类Prompt必须明确输入输出格式、边界条件和验证方式</a:t>
            </a:r>
            <a:r>
              <a:rPr sz="1200" b="1"/>
              <a:t>。</a:t>
            </a:r>
            <a:endParaRPr sz="1200" b="1"/>
          </a:p>
        </p:txBody>
      </p:sp>
      <p:sp>
        <p:nvSpPr>
          <p:cNvPr id="41" name="TextBox 18"/>
          <p:cNvSpPr txBox="1"/>
          <p:nvPr/>
        </p:nvSpPr>
        <p:spPr>
          <a:xfrm>
            <a:off x="1677035" y="5303520"/>
            <a:ext cx="112471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rPr sz="1800"/>
              <a:t>迭代心得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7"/>
          <p:cNvSpPr/>
          <p:nvPr>
            <p:custDataLst>
              <p:tags r:id="rId1"/>
            </p:custDataLst>
          </p:nvPr>
        </p:nvSpPr>
        <p:spPr>
          <a:xfrm>
            <a:off x="457200" y="3837305"/>
            <a:ext cx="5669280" cy="110109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14"/>
          <p:cNvSpPr txBox="1"/>
          <p:nvPr>
            <p:custDataLst>
              <p:tags r:id="rId2"/>
            </p:custDataLst>
          </p:nvPr>
        </p:nvSpPr>
        <p:spPr>
          <a:xfrm>
            <a:off x="640080" y="4253230"/>
            <a:ext cx="530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训练脚本、配置文件开发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submission生成逻辑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完成6组消融实验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15"/>
          <p:cNvSpPr/>
          <p:nvPr>
            <p:custDataLst>
              <p:tags r:id="rId3"/>
            </p:custDataLst>
          </p:nvPr>
        </p:nvSpPr>
        <p:spPr>
          <a:xfrm>
            <a:off x="457200" y="5167630"/>
            <a:ext cx="5669280" cy="11176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11"/>
          <p:cNvSpPr/>
          <p:nvPr>
            <p:custDataLst>
              <p:tags r:id="rId4"/>
            </p:custDataLst>
          </p:nvPr>
        </p:nvSpPr>
        <p:spPr>
          <a:xfrm>
            <a:off x="457200" y="2511425"/>
            <a:ext cx="5669280" cy="1096645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7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8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9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10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>
                <a:solidFill>
                  <a:srgbClr val="17375E"/>
                </a:solidFill>
                <a:sym typeface="+mn-ea"/>
              </a:rPr>
              <a:t>团队协作与分工</a:t>
            </a:r>
            <a:endParaRPr lang="zh-CN" altLang="en-US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Rounded Rectangle 3"/>
          <p:cNvSpPr/>
          <p:nvPr>
            <p:custDataLst>
              <p:tags r:id="rId11"/>
            </p:custDataLst>
          </p:nvPr>
        </p:nvSpPr>
        <p:spPr>
          <a:xfrm>
            <a:off x="457200" y="1188720"/>
            <a:ext cx="5669280" cy="109347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4"/>
          <p:cNvSpPr txBox="1"/>
          <p:nvPr>
            <p:custDataLst>
              <p:tags r:id="rId12"/>
            </p:custDataLst>
          </p:nvPr>
        </p:nvSpPr>
        <p:spPr>
          <a:xfrm>
            <a:off x="640080" y="1280160"/>
            <a:ext cx="53035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931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01 吴旭浦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项目统筹与整合</a:t>
            </a:r>
            <a:endParaRPr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400" b="1">
                <a:solidFill>
                  <a:srgbClr val="F7931E"/>
                </a:solidFill>
                <a:latin typeface="微软雅黑" panose="020B0503020204020204" charset="-122"/>
              </a:defRPr>
            </a:pPr>
            <a:endParaRPr 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6"/>
          <p:cNvSpPr txBox="1"/>
          <p:nvPr>
            <p:custDataLst>
              <p:tags r:id="rId13"/>
            </p:custDataLst>
          </p:nvPr>
        </p:nvSpPr>
        <p:spPr>
          <a:xfrm>
            <a:off x="640080" y="1547495"/>
            <a:ext cx="530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任务拆解、评分标准对照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实验结果检查、会议协调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最终文档整合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8"/>
          <p:cNvSpPr txBox="1"/>
          <p:nvPr>
            <p:custDataLst>
              <p:tags r:id="rId14"/>
            </p:custDataLst>
          </p:nvPr>
        </p:nvSpPr>
        <p:spPr>
          <a:xfrm>
            <a:off x="640080" y="2604135"/>
            <a:ext cx="5303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02 李彦霖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数据分析与可视化</a:t>
            </a:r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0"/>
          <p:cNvSpPr txBox="1"/>
          <p:nvPr>
            <p:custDataLst>
              <p:tags r:id="rId15"/>
            </p:custDataLst>
          </p:nvPr>
        </p:nvSpPr>
        <p:spPr>
          <a:xfrm>
            <a:off x="640080" y="2905125"/>
            <a:ext cx="5303520" cy="518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RLE标注理解与处理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类别统计、mask overlay可视化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数据不平衡分析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12"/>
          <p:cNvSpPr txBox="1"/>
          <p:nvPr>
            <p:custDataLst>
              <p:tags r:id="rId16"/>
            </p:custDataLst>
          </p:nvPr>
        </p:nvSpPr>
        <p:spPr>
          <a:xfrm>
            <a:off x="640080" y="3968750"/>
            <a:ext cx="53035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03 赵榕达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模型训练与代码实现</a:t>
            </a:r>
            <a:endParaRPr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400" b="1">
                <a:solidFill>
                  <a:srgbClr val="2ECC71"/>
                </a:solidFill>
                <a:latin typeface="微软雅黑" panose="020B0503020204020204" charset="-122"/>
              </a:defRPr>
            </a:pPr>
            <a:endParaRPr 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16"/>
          <p:cNvSpPr txBox="1"/>
          <p:nvPr>
            <p:custDataLst>
              <p:tags r:id="rId17"/>
            </p:custDataLst>
          </p:nvPr>
        </p:nvSpPr>
        <p:spPr>
          <a:xfrm>
            <a:off x="715010" y="5313045"/>
            <a:ext cx="53035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04 吴晓旭（组长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汇报负责人</a:t>
            </a:r>
            <a:endParaRPr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400" b="1">
                <a:solidFill>
                  <a:srgbClr val="9B59B6"/>
                </a:solidFill>
                <a:latin typeface="微软雅黑" panose="020B0503020204020204" charset="-122"/>
              </a:defRPr>
            </a:pPr>
            <a:endParaRPr 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18"/>
          <p:cNvSpPr txBox="1"/>
          <p:nvPr>
            <p:custDataLst>
              <p:tags r:id="rId18"/>
            </p:custDataLst>
          </p:nvPr>
        </p:nvSpPr>
        <p:spPr>
          <a:xfrm>
            <a:off x="640080" y="5578475"/>
            <a:ext cx="530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PPT</a:t>
            </a:r>
            <a:r>
              <a:rPr lang="zh-CN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制作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现场汇报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• 完成6组消融实验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Rounded Rectangle 19"/>
          <p:cNvSpPr/>
          <p:nvPr/>
        </p:nvSpPr>
        <p:spPr>
          <a:xfrm>
            <a:off x="6680200" y="1191260"/>
            <a:ext cx="5303520" cy="1939925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20"/>
          <p:cNvSpPr txBox="1"/>
          <p:nvPr/>
        </p:nvSpPr>
        <p:spPr>
          <a:xfrm>
            <a:off x="6961505" y="1376680"/>
            <a:ext cx="49377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rPr sz="1600"/>
              <a:t>协作机制</a:t>
            </a:r>
            <a:endParaRPr sz="1600"/>
          </a:p>
        </p:txBody>
      </p:sp>
      <p:sp>
        <p:nvSpPr>
          <p:cNvPr id="61" name="TextBox 21"/>
          <p:cNvSpPr txBox="1"/>
          <p:nvPr/>
        </p:nvSpPr>
        <p:spPr>
          <a:xfrm>
            <a:off x="6981190" y="1722120"/>
            <a:ext cx="4937760" cy="1439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每周同步进度，01统筹协调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确保数据→模型→实验→材料流程贯通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• 重大决策集体讨论决定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• 03的模型结果由04整理为实验表格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• 01负责最终提交格式验证</a:t>
            </a:r>
            <a:b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• 02可视化结果供全组汇报使用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000" b="0">
                <a:solidFill>
                  <a:srgbClr val="5D6D7E"/>
                </a:solidFill>
                <a:latin typeface="微软雅黑" panose="020B0503020204020204" charset="-122"/>
              </a:defRPr>
            </a:pP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02" name="组合 101"/>
          <p:cNvGrpSpPr/>
          <p:nvPr>
            <p:custDataLst>
              <p:tags r:id="rId19"/>
            </p:custDataLst>
          </p:nvPr>
        </p:nvGrpSpPr>
        <p:grpSpPr>
          <a:xfrm rot="0">
            <a:off x="7350168" y="3296248"/>
            <a:ext cx="3706252" cy="3097222"/>
            <a:chOff x="2196" y="3866"/>
            <a:chExt cx="15578" cy="13019"/>
          </a:xfrm>
        </p:grpSpPr>
        <p:pic>
          <p:nvPicPr>
            <p:cNvPr id="103" name="图片 102" descr="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lum bright="6000" contrast="12000"/>
            </a:blip>
            <a:srcRect/>
            <a:stretch>
              <a:fillRect/>
            </a:stretch>
          </p:blipFill>
          <p:spPr>
            <a:xfrm>
              <a:off x="10854" y="13713"/>
              <a:ext cx="6921" cy="3173"/>
            </a:xfrm>
            <a:prstGeom prst="rect">
              <a:avLst/>
            </a:prstGeom>
          </p:spPr>
        </p:pic>
        <p:sp>
          <p:nvSpPr>
            <p:cNvPr id="104" name="矩形 103"/>
            <p:cNvSpPr/>
            <p:nvPr>
              <p:custDataLst>
                <p:tags r:id="rId22"/>
              </p:custDataLst>
            </p:nvPr>
          </p:nvSpPr>
          <p:spPr>
            <a:xfrm>
              <a:off x="2196" y="3866"/>
              <a:ext cx="14820" cy="11535"/>
            </a:xfrm>
            <a:prstGeom prst="rect">
              <a:avLst/>
            </a:prstGeom>
            <a:solidFill>
              <a:srgbClr val="FBF3E4"/>
            </a:solidFill>
            <a:ln w="6350">
              <a:solidFill>
                <a:srgbClr val="F0F0F0">
                  <a:alpha val="70000"/>
                </a:srgbClr>
              </a:solidFill>
            </a:ln>
            <a:effectLst>
              <a:outerShdw blurRad="38100" dist="254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5" name="图片 104" descr="E:/设计素材图片2/pexels-arpan-bhatia-3130906-22021244.jpgpexels-arpan-bhatia-3130906-2202124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rcRect l="818" t="-4" r="818" b="-4"/>
            <a:stretch>
              <a:fillRect/>
            </a:stretch>
          </p:blipFill>
          <p:spPr>
            <a:xfrm>
              <a:off x="2753" y="4408"/>
              <a:ext cx="13707" cy="1044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212" h="4734">
                  <a:moveTo>
                    <a:pt x="0" y="0"/>
                  </a:moveTo>
                  <a:lnTo>
                    <a:pt x="6212" y="0"/>
                  </a:lnTo>
                  <a:lnTo>
                    <a:pt x="6212" y="4734"/>
                  </a:lnTo>
                  <a:lnTo>
                    <a:pt x="0" y="4734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51330" y="6390689"/>
            <a:ext cx="11488800" cy="0"/>
          </a:xfrm>
          <a:prstGeom prst="line">
            <a:avLst/>
          </a:prstGeom>
          <a:ln w="412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9" name="平行四边形 18"/>
            <p:cNvSpPr/>
            <p:nvPr>
              <p:custDataLst>
                <p:tags r:id="rId3"/>
              </p:custDataLst>
            </p:nvPr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4"/>
              </p:custDataLst>
            </p:nvPr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 w="25400" cap="flat" cmpd="sng" algn="ctr">
              <a:solidFill>
                <a:srgbClr val="02428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494840" y="936674"/>
            <a:ext cx="11488800" cy="0"/>
          </a:xfrm>
          <a:prstGeom prst="line">
            <a:avLst/>
          </a:prstGeom>
          <a:noFill/>
          <a:ln w="9525" cap="flat" cmpd="sng" algn="ctr">
            <a:solidFill>
              <a:srgbClr val="024282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25"/>
          <p:cNvSpPr txBox="1"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1127448" y="193957"/>
            <a:ext cx="5040313" cy="612775"/>
          </a:xfrm>
        </p:spPr>
        <p:txBody>
          <a:bodyPr vert="horz" wrap="non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0"/>
              </a:spcAft>
              <a:buClrTx/>
              <a:buSzTx/>
              <a:defRPr/>
            </a:pPr>
            <a:r>
              <a:rPr lang="zh-CN">
                <a:solidFill>
                  <a:srgbClr val="17375E"/>
                </a:solidFill>
                <a:sym typeface="+mn-ea"/>
              </a:rPr>
              <a:t>总结与成</a:t>
            </a:r>
            <a:r>
              <a:rPr lang="zh-CN">
                <a:solidFill>
                  <a:srgbClr val="17375E"/>
                </a:solidFill>
                <a:sym typeface="+mn-ea"/>
              </a:rPr>
              <a:t>果</a:t>
            </a:r>
            <a:endParaRPr lang="zh-CN">
              <a:solidFill>
                <a:srgbClr val="17375E"/>
              </a:solidFill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056833" y="1143783"/>
            <a:ext cx="5357004" cy="2346176"/>
          </a:xfrm>
          <a:prstGeom prst="rect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103106" y="1231730"/>
            <a:ext cx="5288353" cy="188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最终成果与结论：</a:t>
            </a:r>
            <a:endParaRPr lang="zh-CN" altLang="en-US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第一，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U-Net 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加 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ResNet34 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在工业分割任务上是稳定可用的 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Baseline。</a:t>
            </a:r>
            <a:endParaRPr lang="en-US" altLang="zh-CN" sz="12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第二，数据增强不是越强越好，对细长纹理型缺陷，过度增强反而有害，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No Augmentation 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是 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Private 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最优。</a:t>
            </a:r>
            <a:endParaRPr lang="zh-CN" altLang="en-US" sz="12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第三，工程细节往往比模型调参更影响最终结果，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RLE 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格式、提交格式、环境兼容性任何一个环节出问题都会让前面的努力白费。</a:t>
            </a:r>
            <a:endParaRPr lang="zh-CN" altLang="en-US" sz="12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51382" y="3695448"/>
            <a:ext cx="5357003" cy="2352872"/>
          </a:xfrm>
          <a:prstGeom prst="rect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85707" y="3870048"/>
            <a:ext cx="5288353" cy="1564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规范化的项目协作与社区分享：</a:t>
            </a:r>
            <a:endParaRPr lang="zh-CN" altLang="en-US" sz="10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我们小组为了确保项目的规范性，建立了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GitHub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仓库来做代码管理和版本控制，所有训练脚本、配置文件、实验记录都按规范提交，确保代码可复现。</a:t>
            </a:r>
            <a:endParaRPr lang="zh-CN" altLang="en-US" sz="12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同时在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CSDN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上发布了技术博客，分享了赛题理解、数据处理、</a:t>
            </a:r>
            <a:r>
              <a:rPr lang="en-US" altLang="zh-CN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Baseline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搭建、6组消融实验的结果和项目反思，目前已获得多人收藏和</a:t>
            </a:r>
            <a:r>
              <a:rPr lang="zh-CN" altLang="en-US" sz="12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点赞</a:t>
            </a:r>
            <a:endParaRPr lang="zh-CN" altLang="en-US" sz="12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85" y="1137920"/>
            <a:ext cx="5664200" cy="2356485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8"/>
          <a:srcRect r="27740"/>
          <a:stretch>
            <a:fillRect/>
          </a:stretch>
        </p:blipFill>
        <p:spPr>
          <a:xfrm>
            <a:off x="5908675" y="3696970"/>
            <a:ext cx="3098165" cy="243332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3696970"/>
            <a:ext cx="2403475" cy="2354580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>
            <a:off x="550979" y="3559744"/>
            <a:ext cx="11113622" cy="0"/>
          </a:xfrm>
          <a:prstGeom prst="straightConnector1">
            <a:avLst/>
          </a:prstGeom>
          <a:ln w="28575">
            <a:solidFill>
              <a:srgbClr val="0242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>
            <p:custDataLst>
              <p:tags r:id="rId6"/>
            </p:custDataLst>
          </p:nvPr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>
            <p:custDataLst>
              <p:tags r:id="rId8"/>
            </p:custDataLst>
          </p:nvPr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>
            <p:custDataLst>
              <p:tags r:id="rId9"/>
            </p:custDataLst>
          </p:nvPr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吴晓旭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占位符 31"/>
          <p:cNvSpPr txBox="1"/>
          <p:nvPr>
            <p:custDataLst>
              <p:tags r:id="rId10"/>
            </p:custDataLst>
          </p:nvPr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小组：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DeepSeeker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占位符 32"/>
          <p:cNvSpPr txBox="1"/>
          <p:nvPr>
            <p:custDataLst>
              <p:tags r:id="rId11"/>
            </p:custDataLst>
          </p:nvPr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2026/06/18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>
              <p:custDataLst>
                <p:tags r:id="rId16"/>
              </p:custDataLst>
            </p:nvPr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文本占位符 24"/>
          <p:cNvSpPr txBox="1"/>
          <p:nvPr>
            <p:custDataLst>
              <p:tags r:id="rId17"/>
            </p:custDataLst>
          </p:nvPr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汇报结束  感谢聆听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！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8"/>
            </p:custDataLst>
          </p:nvPr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1*3*7*1*1"/>
  <p:tag name="KSO_WM_LAYOUT_CARDGROUP_ID" val="0718923d976d4152ae4fd856f975dcd9"/>
  <p:tag name="KSO_WM_LAYOUT_CARDGROUP_STYLE_INFO" val="C1_sc_p2*standard*2"/>
  <p:tag name="KSO_WM_LAYOUT_CARD_COUNT" val="2"/>
  <p:tag name="KSO_WM_LAYOUT_CHECK_HASH" val="d1bae7f47b841fd5288b2713cd11fc5afd39917c"/>
  <p:tag name="KSO_WM_LAYOUT_DOMHASH" val="811e899127454e67863f535e73254955967c40be"/>
  <p:tag name="KSO_WM_LAYOUT_MCSHASH" val="107be5518232ce26bcde1a2c0495389f80650237"/>
  <p:tag name="KSO_WM_NEWLAYOUT_GROUP_ID" val="40"/>
  <p:tag name="KSO_WM_NEWLAYOUT_ID" val="lay_fb6c34eba8e90fc6cc650bfd65bf5264ee39fe27"/>
</p:tagLst>
</file>

<file path=ppt/tags/tag36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924692cb7df69477304d9acdf1284f77d5ae69"/>
  <p:tag name="KSO_WM_NEWLAYOUT_GROUP_ID" val="layout_31"/>
  <p:tag name="KSO_WM_NEWLAYOUT_ID" val="slide_55a88b3a4ee5a61c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</p:tagLst>
</file>

<file path=ppt/tags/tag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1*3*7*1*1"/>
  <p:tag name="KSO_WM_LAYOUT_CARDGROUP_ID" val="318329fb15bc4b3985de1c80ae0b2384"/>
  <p:tag name="KSO_WM_LAYOUT_CARDGROUP_STYLE_INFO" val="C1_sc_p2*standard*1"/>
  <p:tag name="KSO_WM_LAYOUT_CARD_COUNT" val="2"/>
  <p:tag name="KSO_WM_LAYOUT_CHECK_HASH" val="d1bae7f47b841fd5288b2713cd11fc5afd39917c"/>
  <p:tag name="KSO_WM_LAYOUT_DOMHASH" val="811e899127454e67863f535e73254955967c40be"/>
  <p:tag name="KSO_WM_LAYOUT_MCSHASH" val="107be5518232ce26bcde1a2c0495389f80650237"/>
  <p:tag name="KSO_WM_NEWLAYOUT_GROUP_ID" val="40"/>
  <p:tag name="KSO_WM_NEWLAYOUT_ID" val="lay_fb6c34eba8e90fc6cc650bfd65bf5264ee39fe27"/>
</p:tagLst>
</file>

<file path=ppt/tags/tag55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5ee7f1800a3d5bc13798cd20d0c193c5a87ed22"/>
  <p:tag name="KSO_WM_NEWLAYOUT_GROUP_ID" val="layout_26"/>
  <p:tag name="KSO_WM_NEWLAYOUT_ID" val="slide_89ef8a093ea5c45f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4e8602e29f527011f1cda1b4d9fb3e5ce94411"/>
  <p:tag name="KSO_WM_NEWLAYOUT_GROUP_ID" val="layout_42"/>
  <p:tag name="KSO_WM_NEWLAYOUT_ID" val="slide_c4bdf70b1228b8b8"/>
</p:tagLst>
</file>

<file path=ppt/tags/tag6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d7a0913a5dcf1a6c3245eda10b96f952c47c5ec"/>
  <p:tag name="KSO_WM_NEWLAYOUT_GROUP_ID" val="layout_57"/>
  <p:tag name="KSO_WM_NEWLAYOUT_ID" val="slide_2dcca3900a93bfc0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1e3825dfc3f1b1ec1106d2da170c0c682cba09"/>
  <p:tag name="KSO_WM_NEWLAYOUT_GROUP_ID" val="layout_32"/>
  <p:tag name="KSO_WM_NEWLAYOUT_ID" val="slide_e9f261b41182efca"/>
</p:tagLst>
</file>

<file path=ppt/tags/tag8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8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3c23a0010fc6e060db839fce5d07280fb5d551f"/>
  <p:tag name="KSO_WM_NEWLAYOUT_GROUP_ID" val="layout_59"/>
  <p:tag name="KSO_WM_NEWLAYOUT_ID" val="slide_d1f7eafcffada5ab"/>
</p:tagLst>
</file>

<file path=ppt/tags/tag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71bc8b6786041266a91cd89e137b5a57dba8baf"/>
  <p:tag name="KSO_WM_NEWLAYOUT_GROUP_ID" val="layout_10013"/>
  <p:tag name="KSO_WM_NEWLAYOUT_ID" val="slide_c60fea93c381646b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2a70fa335028da7fc2775a6de7d1477477116f"/>
  <p:tag name="KSO_WM_NEWLAYOUT_GROUP_ID" val="layout_2"/>
  <p:tag name="KSO_WM_NEWLAYOUT_ID" val="slide_b1cc77b2a84ed970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f1c871d9b9a9ec61f7b8d7342b1973a33742990"/>
  <p:tag name="KSO_WM_NEWLAYOUT_GROUP_ID" val="layout_61"/>
  <p:tag name="KSO_WM_NEWLAYOUT_ID" val="slide_612523e6448baed9"/>
</p:tagLst>
</file>

<file path=ppt/tags/tag118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ee5662ce52f254a2f4d315aba9f09ca9ede477"/>
  <p:tag name="KSO_WM_NEWLAYOUT_GROUP_ID" val="layout_6"/>
  <p:tag name="KSO_WM_NEWLAYOUT_ID" val="slide_db6ecc7827b66e6e"/>
</p:tagLst>
</file>

<file path=ppt/tags/tag1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8953c9b015d07982504979f8c03bae7ca781a0"/>
  <p:tag name="KSO_WM_NEWLAYOUT_GROUP_ID" val="layout_6"/>
  <p:tag name="KSO_WM_NEWLAYOUT_ID" val="slide_a8556cd901320e4b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1c723683162c76546e04a48f731b9a63ff143b"/>
  <p:tag name="KSO_WM_NEWLAYOUT_GROUP_ID" val="layout_2"/>
  <p:tag name="KSO_WM_NEWLAYOUT_ID" val="slide_601b8a6f8f27b735"/>
</p:tagLst>
</file>

<file path=ppt/tags/tag1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be0593ec3e69506678779a99fc6716569b2b560"/>
  <p:tag name="KSO_WM_NEWLAYOUT_GROUP_ID" val="layout_10003"/>
  <p:tag name="KSO_WM_NEWLAYOUT_ID" val="slide_10cd397e0139f3d8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fd1ff29c3ded4f8c11fd8bd7ec0513b143fda4"/>
  <p:tag name="KSO_WM_NEWLAYOUT_GROUP_ID" val="layout_42"/>
  <p:tag name="KSO_WM_NEWLAYOUT_ID" val="slide_3fa2b457fbd1d7e4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06afe417e3ee0f54742aa71c073c526ec525d0"/>
  <p:tag name="KSO_WM_NEWLAYOUT_GROUP_ID" val="layout_10007"/>
  <p:tag name="KSO_WM_NEWLAYOUT_ID" val="slide_34c0d8bf42773ea1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e68ecf57e7fa054c434bb96d6ee4c0a73cb2c7"/>
  <p:tag name="KSO_WM_NEWLAYOUT_GROUP_ID" val="layout_57"/>
  <p:tag name="KSO_WM_NEWLAYOUT_ID" val="slide_daccd4fd984ea338"/>
</p:tagLst>
</file>

<file path=ppt/tags/tag19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e21c41744eec842f164e75b6cb32c27c331996"/>
  <p:tag name="KSO_WM_NEWLAYOUT_GROUP_ID" val="layout_10003"/>
  <p:tag name="KSO_WM_NEWLAYOUT_ID" val="slide_07a157e0b255a435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f7625da23d083b107d3df14a870d8089295d16"/>
  <p:tag name="KSO_WM_NEWLAYOUT_GROUP_ID" val="layout_10012"/>
  <p:tag name="KSO_WM_NEWLAYOUT_ID" val="slide_ed19c0db6ed585c4"/>
</p:tagLst>
</file>

<file path=ppt/tags/tag2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1282b2d70d32442a3776b34de41c2bbea58e5c"/>
  <p:tag name="KSO_WM_NEWLAYOUT_GROUP_ID" val="layout_51"/>
  <p:tag name="KSO_WM_NEWLAYOUT_ID" val="slide_090884a5b4d69dad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c8b05fb8f8049f5ef2f607706e2232fcba6c6b"/>
  <p:tag name="KSO_WM_NEWLAYOUT_GROUP_ID" val="layout_39"/>
  <p:tag name="KSO_WM_NEWLAYOUT_ID" val="slide_ef73279bb4fdc8e4"/>
</p:tagLst>
</file>

<file path=ppt/tags/tag2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1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9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6226fc97d68b83b28b33ed5370737a080241369"/>
  <p:tag name="KSO_WM_NEWLAYOUT_GROUP_ID" val="layout_10003"/>
  <p:tag name="KSO_WM_NEWLAYOUT_ID" val="slide_3f387b6926fb182b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9.xml><?xml version="1.0" encoding="utf-8"?>
<p:tagLst xmlns:p="http://schemas.openxmlformats.org/presentationml/2006/main">
  <p:tag name="KSO_WM_AITEMPLATE_STYLE_ID" val="0"/>
</p:tagLst>
</file>

<file path=ppt/tags/tag25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d*2"/>
  <p:tag name="KSO_WM_UNIT_LAYERLEVEL" val="1"/>
</p:tagLst>
</file>

<file path=ppt/tags/tag25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d*1"/>
  <p:tag name="KSO_WM_UNIT_LAYERLEVEL" val="1"/>
</p:tagLst>
</file>

<file path=ppt/tags/tag252.xml><?xml version="1.0" encoding="utf-8"?>
<p:tagLst xmlns:p="http://schemas.openxmlformats.org/presentationml/2006/main">
  <p:tag name="KSO_WM_UNIT_TYPE" val="i"/>
  <p:tag name="KSO_WM_DECORATE_TYPE" val="i_c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i*3"/>
  <p:tag name="KSO_WM_UNIT_LAYERLEVEL" val="1"/>
</p:tagLst>
</file>

<file path=ppt/tags/tag253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i*5"/>
  <p:tag name="KSO_WM_UNIT_LAYERLEVEL" val="1"/>
</p:tagLst>
</file>

<file path=ppt/tags/tag254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f*2"/>
  <p:tag name="KSO_WM_UNIT_LAYERLEVEL" val="1"/>
</p:tagLst>
</file>

<file path=ppt/tags/tag255.xml><?xml version="1.0" encoding="utf-8"?>
<p:tagLst xmlns:p="http://schemas.openxmlformats.org/presentationml/2006/main">
  <p:tag name="KSO_WM_UNIT_TYPE" val="f"/>
  <p:tag name="KSO_WM_UNIT_SUBTYPE" val="b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f*3"/>
  <p:tag name="KSO_WM_UNIT_LAYERLEVEL" val="1"/>
</p:tagLst>
</file>

<file path=ppt/tags/tag2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92_1*a*1"/>
  <p:tag name="KSO_WM_TEMPLATE_INDEX" val="92"/>
  <p:tag name="KSO_WM_TEMPLATE_CATEGORY" val="custom"/>
  <p:tag name="KSO_WM_UNIT_LAYERLEVEL" val="1"/>
</p:tagLst>
</file>

<file path=ppt/tags/tag257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i*2"/>
  <p:tag name="KSO_WM_UNIT_LAYERLEVEL" val="1"/>
</p:tagLst>
</file>

<file path=ppt/tags/tag258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d*3"/>
  <p:tag name="KSO_WM_UNIT_LAYERLEVEL" val="1"/>
</p:tagLst>
</file>

<file path=ppt/tags/tag259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d*4"/>
  <p:tag name="KSO_WM_UNIT_LAYERLEVEL" val="1"/>
</p:tagLst>
</file>

<file path=ppt/tags/tag2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1*f*1"/>
  <p:tag name="KSO_WM_UNIT_LAYERLEVEL" val="1"/>
</p:tagLst>
</file>

<file path=ppt/tags/tag261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0,80.625,960,427.5"/>
  <p:tag name="KSO_WM_SLIDE_SUBTYPE" val="pureTxt"/>
  <p:tag name="KSO_WM_SLIDE_ITEM_CNT" val="0"/>
  <p:tag name="KSO_WM_TEMPLATE_INDEX" val="92"/>
  <p:tag name="KSO_WM_SLIDE_THEME_ID" val="20236211"/>
  <p:tag name="KSO_WM_SLIDE_INDEX" val="1"/>
  <p:tag name="KSO_WM_BEAUTIFY_FLAG" val="#wm#"/>
  <p:tag name="KSO_WM_TEMPLATE_CATEGORY" val="custom"/>
  <p:tag name="KSO_WM_TEMPLATE_THUMBS_INDEX" val="1、5"/>
  <p:tag name="KSO_WM_SLIDE_ID" val="custom92_1"/>
  <p:tag name="KSO_WM_SLIDE_LAYOUT" val="a_b_d_f_i"/>
  <p:tag name="KSO_WM_SLIDE_LAYOUT_CNT" val="1_1_4_4_5"/>
</p:tagLst>
</file>

<file path=ppt/tags/tag26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5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6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7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8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69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0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1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5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6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7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791.5682677165355}"/>
</p:tagLst>
</file>

<file path=ppt/tags/tag27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2"/>
  <p:tag name="KSO_WM_UNIT_LAYERLEVEL" val="1"/>
</p:tagLst>
</file>

<file path=ppt/tags/tag27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e*1"/>
  <p:tag name="KSO_WM_UNIT_LAYERLEVEL" val="1"/>
</p:tagLst>
</file>

<file path=ppt/tags/tag2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a*1"/>
  <p:tag name="KSO_WM_UNIT_LAYERLEVEL" val="1"/>
</p:tagLst>
</file>

<file path=ppt/tags/tag28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1"/>
  <p:tag name="KSO_WM_UNIT_LAYERLEVEL" val="1"/>
</p:tagLst>
</file>

<file path=ppt/tags/tag282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2"/>
  <p:tag name="KSO_WM_UNIT_LAYERLEVEL" val="1"/>
</p:tagLst>
</file>

<file path=ppt/tags/tag283.xml><?xml version="1.0" encoding="utf-8"?>
<p:tagLst xmlns:p="http://schemas.openxmlformats.org/presentationml/2006/main">
  <p:tag name="KSO_WM_UNIT_TYPE" val="i"/>
  <p:tag name="KSO_WM_DECORATE_TYPE" val="i_c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4"/>
  <p:tag name="KSO_WM_UNIT_LAYERLEVEL" val="1"/>
</p:tagLst>
</file>

<file path=ppt/tags/tag284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5"/>
  <p:tag name="KSO_WM_UNIT_LAYERLEVEL" val="1"/>
</p:tagLst>
</file>

<file path=ppt/tags/tag285.xml><?xml version="1.0" encoding="utf-8"?>
<p:tagLst xmlns:p="http://schemas.openxmlformats.org/presentationml/2006/main">
  <p:tag name="KSO_WM_UNIT_TYPE" val="i"/>
  <p:tag name="KSO_WM_DECORATE_TYPE" val="i_bg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3"/>
  <p:tag name="KSO_WM_UNIT_LAYERLEVEL" val="1"/>
</p:tagLst>
</file>

<file path=ppt/tags/tag28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1"/>
  <p:tag name="KSO_WM_UNIT_LAYERLEVEL" val="1"/>
</p:tagLst>
</file>

<file path=ppt/tags/tag287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3"/>
  <p:tag name="KSO_WM_UNIT_LAYERLEVEL" val="1"/>
</p:tagLst>
</file>

<file path=ppt/tags/tag288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4"/>
  <p:tag name="KSO_WM_UNIT_LAYERLEVEL" val="1"/>
</p:tagLst>
</file>

<file path=ppt/tags/tag28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960,540"/>
  <p:tag name="KSO_WM_SLIDE_SUBTYPE" val="pureTxt"/>
  <p:tag name="KSO_WM_SLIDE_ITEM_CNT" val="0"/>
  <p:tag name="KSO_WM_TEMPLATE_INDEX" val="92"/>
  <p:tag name="KSO_WM_SLIDE_THEME_ID" val="20235962"/>
  <p:tag name="KSO_WM_SLIDE_INDEX" val="3"/>
  <p:tag name="KSO_WM_BEAUTIFY_FLAG" val="#wm#"/>
  <p:tag name="KSO_WM_TEMPLATE_CATEGORY" val="custom"/>
  <p:tag name="KSO_WM_SLIDE_ID" val="custom92_3"/>
  <p:tag name="KSO_WM_SLIDE_LAYOUT" val="a_d_e_i"/>
  <p:tag name="KSO_WM_SLIDE_LAYOUT_CNT" val="1_4_1_5"/>
</p:tagLst>
</file>

<file path=ppt/tags/tag290.xml><?xml version="1.0" encoding="utf-8"?>
<p:tagLst xmlns:p="http://schemas.openxmlformats.org/presentationml/2006/main">
  <p:tag name="KSO_WM_DIAGRAM_VIRTUALLY_FRAME" val="{&quot;height&quot;:319.1,&quot;left&quot;:100.8,&quot;top&quot;:127.5,&quot;width&quot;:808.75}"/>
</p:tagLst>
</file>

<file path=ppt/tags/tag291.xml><?xml version="1.0" encoding="utf-8"?>
<p:tagLst xmlns:p="http://schemas.openxmlformats.org/presentationml/2006/main">
  <p:tag name="KSO_WM_DIAGRAM_VIRTUALLY_FRAME" val="{&quot;height&quot;:312.55,&quot;left&quot;:597.65,&quot;top&quot;:127.5,&quot;width&quot;:311.9}"/>
</p:tagLst>
</file>

<file path=ppt/tags/tag292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293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294.xml><?xml version="1.0" encoding="utf-8"?>
<p:tagLst xmlns:p="http://schemas.openxmlformats.org/presentationml/2006/main">
  <p:tag name="KSO_WM_DIAGRAM_VIRTUALLY_FRAME" val="{&quot;height&quot;:312.55,&quot;left&quot;:597.65,&quot;top&quot;:127.5,&quot;width&quot;:311.9}"/>
</p:tagLst>
</file>

<file path=ppt/tags/tag295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296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297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298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299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01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302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303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04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05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3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0.4000000059604645,&quot;colorType&quot;:1,&quot;foreColorIndex&quot;:5,&quot;pos&quot;:1,&quot;transparency&quot;:0.800000011920929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1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2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6_3*m_h_a*1_1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3"/>
  <p:tag name="KSO_WM_UNIT_USESOURCEFORMAT_APPLY" val="1"/>
</p:tagLst>
</file>

<file path=ppt/tags/tag3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6_3*m_h_f*1_1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正文内容，为了演示发布的良好效果。"/>
  <p:tag name="KSO_WM_UNIT_TEXT_FILL_FORE_SCHEMECOLOR_INDEX" val="1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6_3*m_h_a*1_3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3"/>
  <p:tag name="KSO_WM_UNIT_USESOURCEFORMAT_APPLY" val="1"/>
</p:tagLst>
</file>

<file path=ppt/tags/tag3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6_3*m_h_f*1_3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编辑添加正文内容，为了演示发布的良好效果。"/>
  <p:tag name="KSO_WM_UNIT_TEXT_FILL_FORE_SCHEMECOLOR_INDEX" val="1"/>
  <p:tag name="KSO_WM_UNIT_TEXT_FILL_TYPE" val="1"/>
  <p:tag name="KSO_WM_UNIT_USESOURCEFORMAT_APPLY" val="1"/>
</p:tagLst>
</file>

<file path=ppt/tags/tag3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456_3*m_h_a*1_5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3"/>
  <p:tag name="KSO_WM_UNIT_USESOURCEFORMAT_APPLY" val="1"/>
</p:tagLst>
</file>

<file path=ppt/tags/tag3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456_3*m_h_f*1_5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正文内容，为了演示发布的良好效果。"/>
  <p:tag name="KSO_WM_UNIT_TEXT_FILL_FORE_SCHEMECOLOR_INDEX" val="1"/>
  <p:tag name="KSO_WM_UNIT_TEXT_FILL_TYPE" val="1"/>
  <p:tag name="KSO_WM_UNIT_USESOURCEFORMAT_APPLY" val="1"/>
</p:tagLst>
</file>

<file path=ppt/tags/tag3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6_3*m_h_a*1_2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3"/>
  <p:tag name="KSO_WM_UNIT_USESOURCEFORMAT_APPLY" val="1"/>
</p:tagLst>
</file>

<file path=ppt/tags/tag3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6_3*m_h_f*1_2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正文内容，为了演示发布的良好效果。"/>
  <p:tag name="KSO_WM_UNIT_TEXT_FILL_FORE_SCHEMECOLOR_INDEX" val="1"/>
  <p:tag name="KSO_WM_UNIT_TEXT_FILL_TYPE" val="1"/>
  <p:tag name="KSO_WM_UNIT_USESOURCEFORMAT_APPLY" val="1"/>
</p:tagLst>
</file>

<file path=ppt/tags/tag3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56_3*m_h_a*1_4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3"/>
  <p:tag name="KSO_WM_UNIT_USESOURCEFORMAT_APPLY" val="1"/>
</p:tagLst>
</file>

<file path=ppt/tags/tag3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56_3*m_h_f*1_4_1"/>
  <p:tag name="KSO_WM_TEMPLATE_CATEGORY" val="diagram"/>
  <p:tag name="KSO_WM_TEMPLATE_INDEX" val="2023145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编辑添加正文内容，为了演示发布的良好效果。"/>
  <p:tag name="KSO_WM_UNIT_TEXT_FILL_FORE_SCHEMECOLOR_INDEX" val="1"/>
  <p:tag name="KSO_WM_UNIT_TEX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i*1_1"/>
  <p:tag name="KSO_WM_TEMPLATE_CATEGORY" val="diagram"/>
  <p:tag name="KSO_WM_TEMPLATE_INDEX" val="20231456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3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0.4000000059604645,&quot;colorType&quot;:1,&quot;foreColorIndex&quot;:5,&quot;pos&quot;:1,&quot;transparency&quot;:0.800000011920929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1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2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3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0.4000000059604645,&quot;colorType&quot;:1,&quot;foreColorIndex&quot;:5,&quot;pos&quot;:1,&quot;transparency&quot;:0.800000011920929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1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2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3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0.4000000059604645,&quot;colorType&quot;:1,&quot;foreColorIndex&quot;:5,&quot;pos&quot;:1,&quot;transparency&quot;:0.800000011920929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1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2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3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0.4000000059604645,&quot;colorType&quot;:1,&quot;foreColorIndex&quot;:5,&quot;pos&quot;:1,&quot;transparency&quot;:0.800000011920929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1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6_3*m_h_i*1_1_2"/>
  <p:tag name="KSO_WM_TEMPLATE_CATEGORY" val="diagram"/>
  <p:tag name="KSO_WM_TEMPLATE_INDEX" val="202314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4"/>
  <p:tag name="KSO_WM_DIAGRAM_VIRTUALLY_FRAME" val="{&quot;height&quot;:375.2,&quot;left&quot;:47.90550316037161,&quot;top&quot;:132.8,&quot;width&quot;:871.544496839628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33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2"/>
  <p:tag name="KSO_WM_UNIT_LAYERLEVEL" val="1"/>
</p:tagLst>
</file>

<file path=ppt/tags/tag33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e*1"/>
  <p:tag name="KSO_WM_UNIT_LAYERLEVEL" val="1"/>
</p:tagLst>
</file>

<file path=ppt/tags/tag3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a*1"/>
  <p:tag name="KSO_WM_UNIT_LAYERLEVEL" val="1"/>
</p:tagLst>
</file>

<file path=ppt/tags/tag33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1"/>
  <p:tag name="KSO_WM_UNIT_LAYERLEVEL" val="1"/>
</p:tagLst>
</file>

<file path=ppt/tags/tag33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2"/>
  <p:tag name="KSO_WM_UNIT_LAYERLEVEL" val="1"/>
</p:tagLst>
</file>

<file path=ppt/tags/tag338.xml><?xml version="1.0" encoding="utf-8"?>
<p:tagLst xmlns:p="http://schemas.openxmlformats.org/presentationml/2006/main">
  <p:tag name="KSO_WM_UNIT_TYPE" val="i"/>
  <p:tag name="KSO_WM_DECORATE_TYPE" val="i_c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4"/>
  <p:tag name="KSO_WM_UNIT_LAYERLEVEL" val="1"/>
</p:tagLst>
</file>

<file path=ppt/tags/tag339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5"/>
  <p:tag name="KSO_WM_UNIT_LAYERLEVEL" val="1"/>
</p:tagLst>
</file>

<file path=ppt/tags/tag340.xml><?xml version="1.0" encoding="utf-8"?>
<p:tagLst xmlns:p="http://schemas.openxmlformats.org/presentationml/2006/main">
  <p:tag name="KSO_WM_UNIT_TYPE" val="i"/>
  <p:tag name="KSO_WM_DECORATE_TYPE" val="i_bg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3"/>
  <p:tag name="KSO_WM_UNIT_LAYERLEVEL" val="1"/>
</p:tagLst>
</file>

<file path=ppt/tags/tag34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1"/>
  <p:tag name="KSO_WM_UNIT_LAYERLEVEL" val="1"/>
</p:tagLst>
</file>

<file path=ppt/tags/tag342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3"/>
  <p:tag name="KSO_WM_UNIT_LAYERLEVEL" val="1"/>
</p:tagLst>
</file>

<file path=ppt/tags/tag343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4"/>
  <p:tag name="KSO_WM_UNIT_LAYERLEVEL" val="1"/>
</p:tagLst>
</file>

<file path=ppt/tags/tag34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960,540"/>
  <p:tag name="KSO_WM_SLIDE_SUBTYPE" val="pureTxt"/>
  <p:tag name="KSO_WM_SLIDE_ITEM_CNT" val="0"/>
  <p:tag name="KSO_WM_TEMPLATE_INDEX" val="92"/>
  <p:tag name="KSO_WM_SLIDE_THEME_ID" val="20235962"/>
  <p:tag name="KSO_WM_SLIDE_INDEX" val="3"/>
  <p:tag name="KSO_WM_BEAUTIFY_FLAG" val="#wm#"/>
  <p:tag name="KSO_WM_TEMPLATE_CATEGORY" val="custom"/>
  <p:tag name="KSO_WM_SLIDE_ID" val="custom92_3"/>
  <p:tag name="KSO_WM_SLIDE_LAYOUT" val="a_d_e_i"/>
  <p:tag name="KSO_WM_SLIDE_LAYOUT_CNT" val="1_4_1_5"/>
</p:tagLst>
</file>

<file path=ppt/tags/tag345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46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47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49.xml><?xml version="1.0" encoding="utf-8"?>
<p:tagLst xmlns:p="http://schemas.openxmlformats.org/presentationml/2006/main">
  <p:tag name="TABLE_ENDDRAG_ORIGIN_RECT" val="482*311"/>
  <p:tag name="TABLE_ENDDRAG_RECT" val="36*122*482*311"/>
</p:tagLst>
</file>

<file path=ppt/tags/tag350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51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52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54.xml><?xml version="1.0" encoding="utf-8"?>
<p:tagLst xmlns:p="http://schemas.openxmlformats.org/presentationml/2006/main">
  <p:tag name="KSO_WM_DIAGRAM_VIRTUALLY_FRAME" val="{&quot;height&quot;:319.1,&quot;left&quot;:90.8,&quot;top&quot;:127.5,&quot;width&quot;:818.75}"/>
</p:tagLst>
</file>

<file path=ppt/tags/tag355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56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57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59.xml><?xml version="1.0" encoding="utf-8"?>
<p:tagLst xmlns:p="http://schemas.openxmlformats.org/presentationml/2006/main">
  <p:tag name="KSO_DOCER_RESOURCE_TRACE_INFO" val="{&quot;id&quot;:&quot;&quot;,&quot;origin&quot;:0,&quot;type&quot;:&quot;textbox&quot;,&quot;user&quot;:&quot;1166196308&quot;}"/>
</p:tagLst>
</file>

<file path=ppt/tags/tag360.xml><?xml version="1.0" encoding="utf-8"?>
<p:tagLst xmlns:p="http://schemas.openxmlformats.org/presentationml/2006/main">
  <p:tag name="KSO_WM_DIAGRAM_VIRTUALLY_FRAME" val="{&quot;height&quot;:473.4,&quot;left&quot;:413.9,&quot;top&quot;:21.55,&quot;width&quot;:425.2}"/>
</p:tagLst>
</file>

<file path=ppt/tags/tag361.xml><?xml version="1.0" encoding="utf-8"?>
<p:tagLst xmlns:p="http://schemas.openxmlformats.org/presentationml/2006/main">
  <p:tag name="TABLE_ENDDRAG_ORIGIN_RECT" val="448*146"/>
  <p:tag name="TABLE_ENDDRAG_RECT" val="472*301*448*146"/>
</p:tagLst>
</file>

<file path=ppt/tags/tag362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63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64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66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67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68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70.xml><?xml version="1.0" encoding="utf-8"?>
<p:tagLst xmlns:p="http://schemas.openxmlformats.org/presentationml/2006/main">
  <p:tag name="TABLE_ENDDRAG_ORIGIN_RECT" val="318*241"/>
  <p:tag name="TABLE_ENDDRAG_RECT" val="30*153*318*241"/>
</p:tagLst>
</file>

<file path=ppt/tags/tag371.xml><?xml version="1.0" encoding="utf-8"?>
<p:tagLst xmlns:p="http://schemas.openxmlformats.org/presentationml/2006/main">
  <p:tag name="TABLE_ENDDRAG_ORIGIN_RECT" val="374*63"/>
  <p:tag name="TABLE_ENDDRAG_RECT" val="543*206*374*63"/>
</p:tagLst>
</file>

<file path=ppt/tags/tag3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86_1*l_h_f*1_1_1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51820366,&quot;left&quot;:79.40692913385828,&quot;top&quot;:131.8501124089817,&quot;width&quot;:801.18622047244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；单击此处输入你的项正文，文字是您思想的提炼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686_1*l_h_a*1_2_1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51820366,&quot;left&quot;:79.40692913385828,&quot;top&quot;:131.8501124089817,&quot;width&quot;:801.186220472440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86_1*l_h_f*1_2_1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51820366,&quot;left&quot;:79.40692913385828,&quot;top&quot;:131.8501124089817,&quot;width&quot;:801.18622047244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；单击此处输入你的项正文，文字是您思想的提炼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86_1*l_h_f*1_3_1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51820366,&quot;left&quot;:79.40692913385828,&quot;top&quot;:131.8501124089817,&quot;width&quot;:801.18622047244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；单击此处输入你的项正文，文字是您思想的提炼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686_1*l_h_a*1_2_1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51820366,&quot;left&quot;:79.40692913385828,&quot;top&quot;:131.8501124089817,&quot;width&quot;:801.186220472440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686_1*l_h_a*1_2_1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51820366,&quot;left&quot;:79.40692913385828,&quot;top&quot;:131.8501124089817,&quot;width&quot;:801.186220472440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78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379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380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38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064_5*m_h_f*1_5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输入你的智能图形项正文"/>
  <p:tag name="KSO_WM_UNIT_TEXT_FILL_FORE_SCHEMECOLOR_INDEX" val="1"/>
  <p:tag name="KSO_WM_UNIT_TEXT_FILL_TYPE" val="1"/>
  <p:tag name="KSO_WM_UNIT_USESOURCEFORMAT_APPLY" val="1"/>
</p:tagLst>
</file>

<file path=ppt/tags/tag38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064_5*m_h_f*1_3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输入你的智能图形项正文"/>
  <p:tag name="KSO_WM_UNIT_TEXT_FILL_FORE_SCHEMECOLOR_INDEX" val="1"/>
  <p:tag name="KSO_WM_UNIT_TEXT_FILL_TYPE" val="1"/>
  <p:tag name="KSO_WM_UNIT_USESOURCEFORMAT_APPLY" val="1"/>
</p:tagLst>
</file>

<file path=ppt/tags/tag3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064_5*m_h_a*1_3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8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064_5*m_h_f*1_4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输入你的智能图形项正文"/>
  <p:tag name="KSO_WM_UNIT_TEXT_FILL_FORE_SCHEMECOLOR_INDEX" val="1"/>
  <p:tag name="KSO_WM_UNIT_TEXT_FILL_TYPE" val="1"/>
  <p:tag name="KSO_WM_UNIT_USESOURCEFORMAT_APPLY" val="1"/>
</p:tagLst>
</file>

<file path=ppt/tags/tag38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1064_5*m_h_f*1_6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输入你的智能图形项正文"/>
  <p:tag name="KSO_WM_UNIT_TEXT_FILL_FORE_SCHEMECOLOR_INDEX" val="1"/>
  <p:tag name="KSO_WM_UNIT_TEXT_FILL_TYPE" val="1"/>
  <p:tag name="KSO_WM_UNIT_USESOURCEFORMAT_APPLY" val="1"/>
</p:tagLst>
</file>

<file path=ppt/tags/tag38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064_5*m_h_f*1_2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输入你的智能图形项正文"/>
  <p:tag name="KSO_WM_UNIT_TEXT_FILL_FORE_SCHEMECOLOR_INDEX" val="1"/>
  <p:tag name="KSO_WM_UNIT_TEXT_FILL_TYPE" val="1"/>
  <p:tag name="KSO_WM_UNIT_USESOURCEFORMAT_APPLY" val="1"/>
</p:tagLst>
</file>

<file path=ppt/tags/tag38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064_5*m_h_f*1_1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输入你的智能图形项正文"/>
  <p:tag name="KSO_WM_UNIT_TEXT_FILL_FORE_SCHEMECOLOR_INDEX" val="1"/>
  <p:tag name="KSO_WM_UNIT_TEXT_FILL_TYPE" val="1"/>
  <p:tag name="KSO_WM_UNIT_USESOURCEFORMAT_APPLY" val="1"/>
</p:tagLst>
</file>

<file path=ppt/tags/tag3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064_5*m_h_a*1_4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1064_5*m_h_a*1_6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064_5*m_h_a*1_2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064_5*m_h_a*1_1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1_2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UNIT_LINE_FILL_TYPE" val="2"/>
  <p:tag name="KSO_WM_UNIT_USESOURCEFORMAT_APPLY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3_2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7"/>
  <p:tag name="KSO_WM_UNIT_LINE_FILL_TYPE" val="2"/>
  <p:tag name="KSO_WM_UNIT_USESOURCEFORMAT_APPLY" val="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5_2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5_2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9"/>
  <p:tag name="KSO_WM_UNIT_LINE_FILL_TYPE" val="2"/>
  <p:tag name="KSO_WM_UNIT_USESOURCEFORMAT_APPLY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6_2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6_2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0"/>
  <p:tag name="KSO_WM_UNIT_LINE_FILL_TYPE" val="2"/>
  <p:tag name="KSO_WM_UNIT_USESOURCEFORMAT_APPLY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4_2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4_2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8"/>
  <p:tag name="KSO_WM_UNIT_LINE_FILL_TYPE" val="2"/>
  <p:tag name="KSO_WM_UNIT_USESOURCEFORMAT_APPLY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2_2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2_2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1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1_1"/>
  <p:tag name="KSO_WM_UNIT_SUBTYPE" val="d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TYPE" val="3"/>
  <p:tag name="KSO_WM_UNIT_FILL_TYPE" val="3"/>
  <p:tag name="KSO_WM_UNIT_TEXT_SHADOW_SCHEMECOLOR_INDEX" val="5"/>
  <p:tag name="KSO_WM_UNIT_USESOURCEFORMAT_APPLY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2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2_1"/>
  <p:tag name="KSO_WM_UNIT_SUBTYPE" val="d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TYPE" val="3"/>
  <p:tag name="KSO_WM_UNIT_FILL_TYPE" val="3"/>
  <p:tag name="KSO_WM_UNIT_TEXT_SHADOW_SCHEMECOLOR_INDEX" val="6"/>
  <p:tag name="KSO_WM_UNIT_USESOURCEFORMAT_APPLY" val="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3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3_1"/>
  <p:tag name="KSO_WM_UNIT_SUBTYPE" val="d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TYPE" val="3"/>
  <p:tag name="KSO_WM_UNIT_FILL_TYPE" val="3"/>
  <p:tag name="KSO_WM_UNIT_TEXT_SHADOW_SCHEMECOLOR_INDEX" val="7"/>
  <p:tag name="KSO_WM_UNIT_USESOURCEFORMAT_APPLY" val="1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4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4_1"/>
  <p:tag name="KSO_WM_UNIT_SUBTYPE" val="d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TYPE" val="3"/>
  <p:tag name="KSO_WM_UNIT_FILL_TYPE" val="3"/>
  <p:tag name="KSO_WM_UNIT_TEXT_SHADOW_SCHEMECOLOR_INDEX" val="8"/>
  <p:tag name="KSO_WM_UNIT_USESOURCEFORMAT_APPLY" val="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5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5_1"/>
  <p:tag name="KSO_WM_UNIT_SUBTYPE" val="d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TYPE" val="3"/>
  <p:tag name="KSO_WM_UNIT_FILL_TYPE" val="3"/>
  <p:tag name="KSO_WM_UNIT_TEXT_SHADOW_SCHEMECOLOR_INDEX" val="9"/>
  <p:tag name="KSO_WM_UNIT_USESOURCEFORMAT_APPLY" val="1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6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6_1"/>
  <p:tag name="KSO_WM_UNIT_SUBTYPE" val="d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TYPE" val="3"/>
  <p:tag name="KSO_WM_UNIT_FILL_TYPE" val="3"/>
  <p:tag name="KSO_WM_UNIT_TEXT_SHADOW_SCHEMECOLOR_INDEX" val="10"/>
  <p:tag name="KSO_WM_UNIT_USESOURCEFORMAT_APPLY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2_3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2_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3_3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3_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4_3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4_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5_3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5_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6_3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6_3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6_4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6_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4_5*m_h_i*1_6_5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TYPE" val="m_h_i"/>
  <p:tag name="KSO_WM_UNIT_INDEX" val="1_6_5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gradient&quot;:[{&quot;brightness&quot;:0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064_5*m_h_a*1_3_1"/>
  <p:tag name="KSO_WM_TEMPLATE_CATEGORY" val="diagram"/>
  <p:tag name="KSO_WM_TEMPLATE_INDEX" val="20231064"/>
  <p:tag name="KSO_WM_UNIT_LAYERLEVEL" val="1_1_1"/>
  <p:tag name="KSO_WM_TAG_VERSION" val="3.0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83.45001220703125,&quot;left&quot;:101.7,&quot;top&quot;:103.03227736105127,&quot;width&quot;:753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413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2"/>
  <p:tag name="KSO_WM_UNIT_LAYERLEVEL" val="1"/>
</p:tagLst>
</file>

<file path=ppt/tags/tag41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e*1"/>
  <p:tag name="KSO_WM_UNIT_LAYERLEVEL" val="1"/>
</p:tagLst>
</file>

<file path=ppt/tags/tag4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a*1"/>
  <p:tag name="KSO_WM_UNIT_LAYERLEVEL" val="1"/>
</p:tagLst>
</file>

<file path=ppt/tags/tag41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1"/>
  <p:tag name="KSO_WM_UNIT_LAYERLEVEL" val="1"/>
</p:tagLst>
</file>

<file path=ppt/tags/tag41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2"/>
  <p:tag name="KSO_WM_UNIT_LAYERLEVEL" val="1"/>
</p:tagLst>
</file>

<file path=ppt/tags/tag418.xml><?xml version="1.0" encoding="utf-8"?>
<p:tagLst xmlns:p="http://schemas.openxmlformats.org/presentationml/2006/main">
  <p:tag name="KSO_WM_UNIT_TYPE" val="i"/>
  <p:tag name="KSO_WM_DECORATE_TYPE" val="i_c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4"/>
  <p:tag name="KSO_WM_UNIT_LAYERLEVEL" val="1"/>
</p:tagLst>
</file>

<file path=ppt/tags/tag419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5"/>
  <p:tag name="KSO_WM_UNIT_LAYERLEVEL" val="1"/>
</p:tagLst>
</file>

<file path=ppt/tags/tag420.xml><?xml version="1.0" encoding="utf-8"?>
<p:tagLst xmlns:p="http://schemas.openxmlformats.org/presentationml/2006/main">
  <p:tag name="KSO_WM_UNIT_TYPE" val="i"/>
  <p:tag name="KSO_WM_DECORATE_TYPE" val="i_bg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3"/>
  <p:tag name="KSO_WM_UNIT_LAYERLEVEL" val="1"/>
</p:tagLst>
</file>

<file path=ppt/tags/tag42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1"/>
  <p:tag name="KSO_WM_UNIT_LAYERLEVEL" val="1"/>
</p:tagLst>
</file>

<file path=ppt/tags/tag422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3"/>
  <p:tag name="KSO_WM_UNIT_LAYERLEVEL" val="1"/>
</p:tagLst>
</file>

<file path=ppt/tags/tag423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4"/>
  <p:tag name="KSO_WM_UNIT_LAYERLEVEL" val="1"/>
</p:tagLst>
</file>

<file path=ppt/tags/tag42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960,540"/>
  <p:tag name="KSO_WM_SLIDE_SUBTYPE" val="pureTxt"/>
  <p:tag name="KSO_WM_SLIDE_ITEM_CNT" val="0"/>
  <p:tag name="KSO_WM_TEMPLATE_INDEX" val="92"/>
  <p:tag name="KSO_WM_SLIDE_THEME_ID" val="20235962"/>
  <p:tag name="KSO_WM_SLIDE_INDEX" val="3"/>
  <p:tag name="KSO_WM_BEAUTIFY_FLAG" val="#wm#"/>
  <p:tag name="KSO_WM_TEMPLATE_CATEGORY" val="custom"/>
  <p:tag name="KSO_WM_SLIDE_ID" val="custom92_3"/>
  <p:tag name="KSO_WM_SLIDE_LAYOUT" val="a_d_e_i"/>
  <p:tag name="KSO_WM_SLIDE_LAYOUT_CNT" val="1_4_1_5"/>
</p:tagLst>
</file>

<file path=ppt/tags/tag425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26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27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29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0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1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2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3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4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5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6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7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8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39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40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41.xml><?xml version="1.0" encoding="utf-8"?>
<p:tagLst xmlns:p="http://schemas.openxmlformats.org/presentationml/2006/main">
  <p:tag name="KSO_WM_DIAGRAM_VIRTUALLY_FRAME" val="{&quot;height&quot;:348.7881889763779,&quot;left&quot;:38.73417322834646,&quot;top&quot;:113.98913385826772,&quot;width&quot;:875.0883464566929}"/>
</p:tagLst>
</file>

<file path=ppt/tags/tag442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43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44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46.xml><?xml version="1.0" encoding="utf-8"?>
<p:tagLst xmlns:p="http://schemas.openxmlformats.org/presentationml/2006/main">
  <p:tag name="TABLE_ENDDRAG_ORIGIN_RECT" val="678*223"/>
  <p:tag name="TABLE_ENDDRAG_RECT" val="136*122*678*223"/>
</p:tagLst>
</file>

<file path=ppt/tags/tag447.xml><?xml version="1.0" encoding="utf-8"?>
<p:tagLst xmlns:p="http://schemas.openxmlformats.org/presentationml/2006/main">
  <p:tag name="KSO_DOCER_RESOURCE_TRACE_INFO" val="{&quot;id&quot;:&quot;&quot;,&quot;origin&quot;:0,&quot;type&quot;:&quot;textbox&quot;,&quot;user&quot;:&quot;1166196308&quot;}"/>
</p:tagLst>
</file>

<file path=ppt/tags/tag448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49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50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52.xml><?xml version="1.0" encoding="utf-8"?>
<p:tagLst xmlns:p="http://schemas.openxmlformats.org/presentationml/2006/main">
  <p:tag name="KSO_DOCER_RESOURCE_TRACE_INFO" val="{&quot;id&quot;:&quot;&quot;,&quot;origin&quot;:0,&quot;type&quot;:&quot;textbox&quot;,&quot;user&quot;:&quot;1166196308&quot;}"/>
</p:tagLst>
</file>

<file path=ppt/tags/tag453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54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55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57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58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59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0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1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2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3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4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5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6.xml><?xml version="1.0" encoding="utf-8"?>
<p:tagLst xmlns:p="http://schemas.openxmlformats.org/presentationml/2006/main">
  <p:tag name="KSO_WM_DIAGRAM_VIRTUALLY_FRAME" val="{&quot;height&quot;:360.5,&quot;left&quot;:338.4,&quot;top&quot;:109.4,&quot;width&quot;:590.4}"/>
</p:tagLst>
</file>

<file path=ppt/tags/tag467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68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69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71.xml><?xml version="1.0" encoding="utf-8"?>
<p:tagLst xmlns:p="http://schemas.openxmlformats.org/presentationml/2006/main">
  <p:tag name="TABLE_ENDDRAG_ORIGIN_RECT" val="558*231"/>
  <p:tag name="TABLE_ENDDRAG_RECT" val="36*122*558*231"/>
</p:tagLst>
</file>

<file path=ppt/tags/tag47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2"/>
  <p:tag name="KSO_WM_UNIT_LAYERLEVEL" val="1"/>
</p:tagLst>
</file>

<file path=ppt/tags/tag47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e*1"/>
  <p:tag name="KSO_WM_UNIT_LAYERLEVEL" val="1"/>
</p:tagLst>
</file>

<file path=ppt/tags/tag4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a*1"/>
  <p:tag name="KSO_WM_UNIT_LAYERLEVEL" val="1"/>
</p:tagLst>
</file>

<file path=ppt/tags/tag47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1"/>
  <p:tag name="KSO_WM_UNIT_LAYERLEVEL" val="1"/>
</p:tagLst>
</file>

<file path=ppt/tags/tag476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2"/>
  <p:tag name="KSO_WM_UNIT_LAYERLEVEL" val="1"/>
</p:tagLst>
</file>

<file path=ppt/tags/tag477.xml><?xml version="1.0" encoding="utf-8"?>
<p:tagLst xmlns:p="http://schemas.openxmlformats.org/presentationml/2006/main">
  <p:tag name="KSO_WM_UNIT_TYPE" val="i"/>
  <p:tag name="KSO_WM_DECORATE_TYPE" val="i_c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4"/>
  <p:tag name="KSO_WM_UNIT_LAYERLEVEL" val="1"/>
</p:tagLst>
</file>

<file path=ppt/tags/tag478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5"/>
  <p:tag name="KSO_WM_UNIT_LAYERLEVEL" val="1"/>
</p:tagLst>
</file>

<file path=ppt/tags/tag479.xml><?xml version="1.0" encoding="utf-8"?>
<p:tagLst xmlns:p="http://schemas.openxmlformats.org/presentationml/2006/main">
  <p:tag name="KSO_WM_UNIT_TYPE" val="i"/>
  <p:tag name="KSO_WM_DECORATE_TYPE" val="i_bg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i*3"/>
  <p:tag name="KSO_WM_UNIT_LAYERLEVEL" val="1"/>
</p:tagLst>
</file>

<file path=ppt/tags/tag48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1"/>
  <p:tag name="KSO_WM_UNIT_LAYERLEVEL" val="1"/>
</p:tagLst>
</file>

<file path=ppt/tags/tag48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3"/>
  <p:tag name="KSO_WM_UNIT_LAYERLEVEL" val="1"/>
</p:tagLst>
</file>

<file path=ppt/tags/tag482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3*d*4"/>
  <p:tag name="KSO_WM_UNIT_LAYERLEVEL" val="1"/>
</p:tagLst>
</file>

<file path=ppt/tags/tag48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960,540"/>
  <p:tag name="KSO_WM_SLIDE_SUBTYPE" val="pureTxt"/>
  <p:tag name="KSO_WM_SLIDE_ITEM_CNT" val="0"/>
  <p:tag name="KSO_WM_TEMPLATE_INDEX" val="92"/>
  <p:tag name="KSO_WM_SLIDE_THEME_ID" val="20235962"/>
  <p:tag name="KSO_WM_SLIDE_INDEX" val="3"/>
  <p:tag name="KSO_WM_BEAUTIFY_FLAG" val="#wm#"/>
  <p:tag name="KSO_WM_TEMPLATE_CATEGORY" val="custom"/>
  <p:tag name="KSO_WM_SLIDE_ID" val="custom92_3"/>
  <p:tag name="KSO_WM_SLIDE_LAYOUT" val="a_d_e_i"/>
  <p:tag name="KSO_WM_SLIDE_LAYOUT_CNT" val="1_4_1_5"/>
</p:tagLst>
</file>

<file path=ppt/tags/tag484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85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86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88.xml><?xml version="1.0" encoding="utf-8"?>
<p:tagLst xmlns:p="http://schemas.openxmlformats.org/presentationml/2006/main">
  <p:tag name="TABLE_ENDDRAG_ORIGIN_RECT" val="396*93"/>
  <p:tag name="TABLE_ENDDRAG_RECT" val="242*121*396*93"/>
</p:tagLst>
</file>

<file path=ppt/tags/tag489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490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491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4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493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494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495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496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497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498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499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0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1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2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3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4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5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6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7.xml><?xml version="1.0" encoding="utf-8"?>
<p:tagLst xmlns:p="http://schemas.openxmlformats.org/presentationml/2006/main">
  <p:tag name="KSO_WM_DIAGRAM_VIRTUALLY_FRAME" val="{&quot;height&quot;:328.5962992125984,&quot;left&quot;:60.34425196850393,&quot;top&quot;:113.05834645669287,&quot;width&quot;:853.666377952756}"/>
</p:tagLst>
</file>

<file path=ppt/tags/tag508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09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10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11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12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513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514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5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516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17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18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19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20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21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22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23.xml><?xml version="1.0" encoding="utf-8"?>
<p:tagLst xmlns:p="http://schemas.openxmlformats.org/presentationml/2006/main">
  <p:tag name="KSO_WM_DIAGRAM_VIRTUALLY_FRAME" val="{&quot;height&quot;:401.3,&quot;left&quot;:36,&quot;top&quot;:93.6,&quot;width&quot;:936.2}"/>
</p:tagLst>
</file>

<file path=ppt/tags/tag524.xml><?xml version="1.0" encoding="utf-8"?>
<p:tagLst xmlns:p="http://schemas.openxmlformats.org/presentationml/2006/main">
  <p:tag name="KSO_WM_UNIT_PIC_EFFECT" val="1"/>
</p:tagLst>
</file>

<file path=ppt/tags/tag5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490_1*i*1"/>
  <p:tag name="KSO_WM_TEMPLATE_CATEGORY" val="custom"/>
  <p:tag name="KSO_WM_TEMPLATE_INDEX" val="20238490"/>
  <p:tag name="KSO_WM_UNIT_LAYERLEVEL" val="1"/>
  <p:tag name="KSO_WM_TAG_VERSION" val="3.0"/>
  <p:tag name="KSO_WM_UNIT_PIC_EFFECT" val="1"/>
</p:tagLst>
</file>

<file path=ppt/tags/tag5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8490_1*i*2"/>
  <p:tag name="KSO_WM_TEMPLATE_CATEGORY" val="custom"/>
  <p:tag name="KSO_WM_TEMPLATE_INDEX" val="20238490"/>
  <p:tag name="KSO_WM_UNIT_LAYERLEVEL" val="1"/>
  <p:tag name="KSO_WM_TAG_VERSION" val="3.0"/>
  <p:tag name="KSO_WM_UNIT_PIC_EFFECT" val="1"/>
</p:tagLst>
</file>

<file path=ppt/tags/tag527.xml><?xml version="1.0" encoding="utf-8"?>
<p:tagLst xmlns:p="http://schemas.openxmlformats.org/presentationml/2006/main">
  <p:tag name="KSO_WM_BEAUTIFY_FLAG" val="#wm#"/>
  <p:tag name="KSO_WM_UNIT_VALUE" val="1910*250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490_1*d*1"/>
  <p:tag name="KSO_WM_TEMPLATE_CATEGORY" val="custom"/>
  <p:tag name="KSO_WM_TEMPLATE_INDEX" val="20238490"/>
  <p:tag name="KSO_WM_UNIT_LAYERLEVEL" val="1"/>
  <p:tag name="KSO_WM_TAG_VERSION" val="3.0"/>
  <p:tag name="KSO_WM_UNIT_PIC_EFFECT" val="1"/>
</p:tagLst>
</file>

<file path=ppt/tags/tag528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2"/>
  <p:tag name="KSO_WM_UNIT_LAYERLEVEL" val="1"/>
</p:tagLst>
</file>

<file path=ppt/tags/tag529.xml><?xml version="1.0" encoding="utf-8"?>
<p:tagLst xmlns:p="http://schemas.openxmlformats.org/presentationml/2006/main">
  <p:tag name="KSO_WM_UNIT_TYPE" val="i"/>
  <p:tag name="KSO_WM_DECORATE_TYPE" val="i_bg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5"/>
  <p:tag name="KSO_WM_UNIT_LAYERLEVEL" val="1"/>
</p:tagLst>
</file>

<file path=ppt/tags/tag530.xml><?xml version="1.0" encoding="utf-8"?>
<p:tagLst xmlns:p="http://schemas.openxmlformats.org/presentationml/2006/main">
  <p:tag name="KSO_WM_UNIT_TYPE" val="i"/>
  <p:tag name="KSO_WM_DECORATE_TYPE" val="i_bg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4*i*4"/>
  <p:tag name="KSO_WM_UNIT_LAYERLEVEL" val="1"/>
</p:tagLst>
</file>

<file path=ppt/tags/tag5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1c720009cd4c581ac14fac551d3cc986873c3a"/>
  <p:tag name="KSO_WM_NEWLAYOUT_GROUP_ID" val="layout_10003"/>
  <p:tag name="KSO_WM_NEWLAYOUT_ID" val="slide_2e5f3f4c52aaa365"/>
  <p:tag name="KSO_WM_UNIT_PRESET_TEXT" val="单击此处添加标题"/>
</p:tagLst>
</file>

<file path=ppt/tags/tag532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d*3"/>
  <p:tag name="KSO_WM_UNIT_LAYERLEVEL" val="1"/>
</p:tagLst>
</file>

<file path=ppt/tags/tag53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TEMPLATE_NEED_RESERVE" val="1"/>
  <p:tag name="KSO_WM_DECORATE_TYPE" val="i_cd"/>
  <p:tag name="KSO_WM_TEMPLATE_INDEX" val="92"/>
  <p:tag name="KSO_WM_TEMPLATE_CATEGORY" val="custom"/>
  <p:tag name="KSO_WM_UNIT_ID" val="custom92_5*i*1"/>
  <p:tag name="KSO_WM_UNIT_LAYERLEVEL" val="1"/>
</p:tagLst>
</file>

<file path=ppt/tags/tag53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d*1"/>
  <p:tag name="KSO_WM_UNIT_LAYERLEVEL" val="1"/>
</p:tagLst>
</file>

<file path=ppt/tags/tag535.xml><?xml version="1.0" encoding="utf-8"?>
<p:tagLst xmlns:p="http://schemas.openxmlformats.org/presentationml/2006/main">
  <p:tag name="KSO_WM_UNIT_TYPE" val="i"/>
  <p:tag name="KSO_WM_DECORATE_TYPE" val="i_c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i*4"/>
  <p:tag name="KSO_WM_UNIT_LAYERLEVEL" val="1"/>
</p:tagLst>
</file>

<file path=ppt/tags/tag536.xml><?xml version="1.0" encoding="utf-8"?>
<p:tagLst xmlns:p="http://schemas.openxmlformats.org/presentationml/2006/main">
  <p:tag name="KSO_WM_UNIT_TYPE" val="i"/>
  <p:tag name="KSO_WM_DECORATE_TYPE" val="i_cd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i*3"/>
  <p:tag name="KSO_WM_UNIT_LAYERLEVEL" val="1"/>
</p:tagLst>
</file>

<file path=ppt/tags/tag537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i*5"/>
  <p:tag name="KSO_WM_UNIT_LAYERLEVEL" val="1"/>
</p:tagLst>
</file>

<file path=ppt/tags/tag538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f*2"/>
  <p:tag name="KSO_WM_UNIT_LAYERLEVEL" val="1"/>
</p:tagLst>
</file>

<file path=ppt/tags/tag539.xml><?xml version="1.0" encoding="utf-8"?>
<p:tagLst xmlns:p="http://schemas.openxmlformats.org/presentationml/2006/main">
  <p:tag name="KSO_WM_UNIT_TYPE" val="f"/>
  <p:tag name="KSO_WM_UNIT_SUBTYPE" val="b"/>
  <p:tag name="KSO_WM_UNIT_INDEX" val="3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f*3"/>
  <p:tag name="KSO_WM_UNIT_LAYERLEVEL" val="1"/>
</p:tagLst>
</file>

<file path=ppt/tags/tag540.xml><?xml version="1.0" encoding="utf-8"?>
<p:tagLst xmlns:p="http://schemas.openxmlformats.org/presentationml/2006/main">
  <p:tag name="KSO_WM_UNIT_TYPE" val="f"/>
  <p:tag name="KSO_WM_UNIT_SUBTYPE" val="c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f*4"/>
  <p:tag name="KSO_WM_UNIT_LAYERLEVEL" val="1"/>
</p:tagLst>
</file>

<file path=ppt/tags/tag541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d*4"/>
  <p:tag name="KSO_WM_UNIT_LAYERLEVEL" val="1"/>
</p:tagLst>
</file>

<file path=ppt/tags/tag542.xml><?xml version="1.0" encoding="utf-8"?>
<p:tagLst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j*1"/>
  <p:tag name="KSO_WM_UNIT_LAYERLEVEL" val="1"/>
</p:tagLst>
</file>

<file path=ppt/tags/tag54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f*1"/>
  <p:tag name="KSO_WM_UNIT_LAYERLEVEL" val="1"/>
</p:tagLst>
</file>

<file path=ppt/tags/tag5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a*1"/>
  <p:tag name="KSO_WM_UNIT_LAYERLEVEL" val="1"/>
</p:tagLst>
</file>

<file path=ppt/tags/tag545.xml><?xml version="1.0" encoding="utf-8"?>
<p:tagLst xmlns:p="http://schemas.openxmlformats.org/presentationml/2006/main">
  <p:tag name="KSO_WM_UNIT_TYPE" val="i"/>
  <p:tag name="KSO_WM_DECORATE_TYPE" val="i_bg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i*2"/>
  <p:tag name="KSO_WM_UNIT_LAYERLEVEL" val="1"/>
</p:tagLst>
</file>

<file path=ppt/tags/tag54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KSO_WM_TEMPLATE_NEED_RESERVE" val="1"/>
  <p:tag name="KSO_WM_TEMPLATE_INDEX" val="92"/>
  <p:tag name="KSO_WM_TEMPLATE_CATEGORY" val="custom"/>
  <p:tag name="KSO_WM_UNIT_ID" val="custom92_5*d*2"/>
  <p:tag name="KSO_WM_UNIT_LAYERLEVEL" val="1"/>
</p:tagLst>
</file>

<file path=ppt/tags/tag547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0,135,960,540"/>
  <p:tag name="KSO_WM_SLIDE_SUBTYPE" val="pureTxt"/>
  <p:tag name="KSO_WM_SLIDE_ITEM_CNT" val="0"/>
  <p:tag name="KSO_WM_TEMPLATE_INDEX" val="92"/>
  <p:tag name="KSO_WM_SLIDE_THEME_ID" val="20239661"/>
  <p:tag name="KSO_WM_SLIDE_INDEX" val="5"/>
  <p:tag name="KSO_WM_BEAUTIFY_FLAG" val="#wm#"/>
  <p:tag name="KSO_WM_TEMPLATE_CATEGORY" val="custom"/>
  <p:tag name="KSO_WM_SLIDE_ID" val="custom92_5"/>
  <p:tag name="KSO_WM_SLIDE_LAYOUT" val="a_d_f_i_j"/>
  <p:tag name="KSO_WM_SLIDE_LAYOUT_CNT" val="1_4_4_5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5552</Words>
  <Application>WPS 演示</Application>
  <PresentationFormat>宽屏</PresentationFormat>
  <Paragraphs>565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Calibri</vt:lpstr>
      <vt:lpstr>等线</vt:lpstr>
      <vt:lpstr>Arial</vt:lpstr>
      <vt:lpstr>Calibri</vt:lpstr>
      <vt:lpstr>Arial Black</vt:lpstr>
      <vt:lpstr>Calibri Light</vt:lpstr>
      <vt:lpstr>方正宋刻本秀楷简体</vt:lpstr>
      <vt:lpstr>Arial Unicode MS</vt:lpstr>
      <vt:lpstr>Candara</vt:lpstr>
      <vt:lpstr>华文楷体</vt:lpstr>
      <vt:lpstr>Office 主题</vt:lpstr>
      <vt:lpstr>1_Office 主题</vt:lpstr>
      <vt:lpstr>PowerPoint 演示文稿</vt:lpstr>
      <vt:lpstr>PowerPoint 演示文稿</vt:lpstr>
      <vt:lpstr>PowerPoint 演示文稿</vt:lpstr>
      <vt:lpstr>赛题背景与任务</vt:lpstr>
      <vt:lpstr>总任务流程</vt:lpstr>
      <vt:lpstr>PowerPoint 演示文稿</vt:lpstr>
      <vt:lpstr>数据集分析</vt:lpstr>
      <vt:lpstr>RLE编码规则</vt:lpstr>
      <vt:lpstr>数据集的分类</vt:lpstr>
      <vt:lpstr>Baseline：U-Net + ResNet34</vt:lpstr>
      <vt:lpstr>Baseline：U-Net + ResNet34</vt:lpstr>
      <vt:lpstr>工程流程</vt:lpstr>
      <vt:lpstr>PowerPoint 演示文稿</vt:lpstr>
      <vt:lpstr>优化策略</vt:lpstr>
      <vt:lpstr>消融实验</vt:lpstr>
      <vt:lpstr>训练曲线</vt:lpstr>
      <vt:lpstr>挑战与教训</vt:lpstr>
      <vt:lpstr>资源与经费</vt:lpstr>
      <vt:lpstr>PowerPoint 演示文稿</vt:lpstr>
      <vt:lpstr>智能体使用</vt:lpstr>
      <vt:lpstr>Prompt迭代</vt:lpstr>
      <vt:lpstr>团队协作与分工</vt:lpstr>
      <vt:lpstr>总结与成果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杨凝霜</cp:lastModifiedBy>
  <cp:revision>9</cp:revision>
  <dcterms:created xsi:type="dcterms:W3CDTF">2026-06-16T19:39:00Z</dcterms:created>
  <dcterms:modified xsi:type="dcterms:W3CDTF">2026-06-17T17:57:55Z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91EE441634464AC18F0BA4F486D0A38D_13</vt:lpwstr>
  </property>
</Properties>
</file>